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video" Target="../media/media-7-4.mp4"/><Relationship Id="rId5" Type="http://schemas.microsoft.com/office/2007/relationships/media" Target="../media/media-7-4.mp4"/><Relationship Id="rId6" Type="http://schemas.openxmlformats.org/officeDocument/2006/relationships/image" Target="../media/image-7-6.png"/><Relationship Id="rId7" Type="http://schemas.openxmlformats.org/officeDocument/2006/relationships/video" Target="../media/media-7-7.mp4"/><Relationship Id="rId8" Type="http://schemas.microsoft.com/office/2007/relationships/media" Target="../media/media-7-7.mp4"/><Relationship Id="rId9" Type="http://schemas.openxmlformats.org/officeDocument/2006/relationships/image" Target="../media/image-7-9.png"/><Relationship Id="rId10" Type="http://schemas.openxmlformats.org/officeDocument/2006/relationships/video" Target="../media/media-7-10.mp4"/><Relationship Id="rId11" Type="http://schemas.microsoft.com/office/2007/relationships/media" Target="../media/media-7-10.mp4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4" Type="http://schemas.openxmlformats.org/officeDocument/2006/relationships/video" Target="../media/media-12-4.mp4"/><Relationship Id="rId5" Type="http://schemas.microsoft.com/office/2007/relationships/media" Target="../media/media-12-4.mp4"/><Relationship Id="rId6" Type="http://schemas.openxmlformats.org/officeDocument/2006/relationships/image" Target="../media/image-12-6.png"/><Relationship Id="rId7" Type="http://schemas.openxmlformats.org/officeDocument/2006/relationships/video" Target="../media/media-12-7.mp4"/><Relationship Id="rId8" Type="http://schemas.microsoft.com/office/2007/relationships/media" Target="../media/media-12-7.mp4"/><Relationship Id="rId9" Type="http://schemas.openxmlformats.org/officeDocument/2006/relationships/image" Target="../media/image-12-9.png"/><Relationship Id="rId10" Type="http://schemas.openxmlformats.org/officeDocument/2006/relationships/video" Target="../media/media-12-10.mp4"/><Relationship Id="rId11" Type="http://schemas.microsoft.com/office/2007/relationships/media" Target="../media/media-12-10.mp4"/><Relationship Id="rId12" Type="http://schemas.openxmlformats.org/officeDocument/2006/relationships/image" Target="../media/image-12-12.png"/><Relationship Id="rId13" Type="http://schemas.openxmlformats.org/officeDocument/2006/relationships/video" Target="../media/media-12-13.mp4"/><Relationship Id="rId14" Type="http://schemas.microsoft.com/office/2007/relationships/media" Target="../media/media-12-13.mp4"/><Relationship Id="rId15" Type="http://schemas.openxmlformats.org/officeDocument/2006/relationships/image" Target="../media/image-12-15.png"/><Relationship Id="rId16" Type="http://schemas.openxmlformats.org/officeDocument/2006/relationships/video" Target="../media/media-12-16.mp4"/><Relationship Id="rId17" Type="http://schemas.microsoft.com/office/2007/relationships/media" Target="../media/media-12-16.mp4"/><Relationship Id="rId18" Type="http://schemas.openxmlformats.org/officeDocument/2006/relationships/image" Target="../media/image-1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Phân tích 2 app mới · Đề xuất lựa chọn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điều cần nhớ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 slide này là nắm được toàn bộ nội dung &amp; đề xuất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 đang hot lại nhờ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xịn hơn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nhất với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Làm creative face swap theo nhạc này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ngày: huyết áp, đường huyết, nhịp tim, bước chân, nước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trung niên, mở app mỗi ngày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phim ngắn đời thường + demo 3 bước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2: sổ tay sức khỏe cả nhà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thai kỳ: xem bé lớn từng tuần bằng hình 3D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mới mỗi tuần, gắn bó suốt thai kỳ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hook "mình có thai không?" + thai nhi 3D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1: nhật ký thai kỳ để chia sẻ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 trên điện thoại — gom mọi chỉ số vào một nơi, dễ dùng cho cả người lớn tuổi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h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47672"/>
            <a:ext cx="5266944" cy="950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1874520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9202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giúp ghi lại và theo dõi huyết áp, đường huyết, nhịp tim, bước chân và nước uống — xem xu hướng sức khỏe mỗi ngày trên một màn hình.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Vấn đề người dùng gặp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67328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huyết áp / đường huyết ở nhà nhưng ghi ra giấy, dễ quên, dễ mất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nhìn ra xu hướng tốt lên hay xấu đi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phức tạp, chữ nhỏ — người lớn tuổi khó dùng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cái ở xa muốn biết sức khỏe bố mẹ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15968" y="32004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44568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app mang lại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4544568" y="3767328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dashboard cho tất cả chỉ số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Biểu đồ + mũi tên xu hướng, trung bình tuần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Gắn nhãn ngữ cảnh: nhịn ăn, trước / sau ăn, trước ngủ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lối sống &amp; bài viết sức khỏe dễ hiểu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83296" y="3200400"/>
            <a:ext cx="3557016" cy="3291840"/>
          </a:xfrm>
          <a:prstGeom prst="roundRect">
            <a:avLst>
              <a:gd name="adj" fmla="val 333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11896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311896" y="3822192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0768" y="3858768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 chú 50+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huyết áp cao, đo máy mỗi sáng, muốn ghi lại cho bác sĩ xem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11896" y="4709160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30768" y="4745736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con 25–40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Cài app cho bố mẹ để yên tâm theo dõi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11896" y="5596128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30768" y="56327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trẻ sống khỏe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bước chân, nước uống, nhịp tim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&amp; hành trình người dùng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4 nhóm rõ ràng: Ghi nhận → Đo nhanh → Thói quen → Hiểu cơ thể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05740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nhận chỉ số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60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Huyết áp — tự xếp vào vùng màu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Đường huyết — gắn nhãn thời điểm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Nhịp tim nghỉ / vận động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187452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5928" y="205740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959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nhanh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95928" y="2560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Ước tính nhịp tim bằng camera + đèn flash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Vùng nhịp tim theo độ tuổi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0690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Thói quen hằng ngày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720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bước, tự tính calo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Mục tiêu nước uống, chọn cỡ cốc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4760" y="388620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95928" y="40690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95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Hiểu cơ thể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95928" y="45720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 theo tuần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viết sức khỏe dễ hiểu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1874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Hành trình người dùng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178040" y="2359152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0" name="Shape 28"/>
          <p:cNvSpPr/>
          <p:nvPr/>
        </p:nvSpPr>
        <p:spPr>
          <a:xfrm>
            <a:off x="7370064" y="2761488"/>
            <a:ext cx="0" cy="18288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9248" y="2304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Tải app, nhập tuổi – chiều cao – cân nặng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2962656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34" name="Shape 32"/>
          <p:cNvSpPr/>
          <p:nvPr/>
        </p:nvSpPr>
        <p:spPr>
          <a:xfrm>
            <a:off x="7370064" y="3364992"/>
            <a:ext cx="0" cy="18288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99248" y="2907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chỉ số đầu tiên (huyết áp / nhịp tim)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78040" y="35661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780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8" name="Shape 36"/>
          <p:cNvSpPr/>
          <p:nvPr/>
        </p:nvSpPr>
        <p:spPr>
          <a:xfrm>
            <a:off x="7370064" y="3968496"/>
            <a:ext cx="0" cy="18288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99248" y="35112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ngày: ghi chỉ số, bước chân, nước uống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78040" y="4169664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42" name="Shape 40"/>
          <p:cNvSpPr/>
          <p:nvPr/>
        </p:nvSpPr>
        <p:spPr>
          <a:xfrm>
            <a:off x="7370064" y="4572000"/>
            <a:ext cx="0" cy="18288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99248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dashboard, thấy xu hướng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78040" y="4773168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780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46" name="Text 44"/>
          <p:cNvSpPr txBox="1"/>
          <p:nvPr/>
        </p:nvSpPr>
        <p:spPr>
          <a:xfrm>
            <a:off x="7699248" y="47183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gợi ý → duy trì thói quen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78040" y="5440680"/>
            <a:ext cx="4462272" cy="1097280"/>
          </a:xfrm>
          <a:prstGeom prst="roundRect">
            <a:avLst>
              <a:gd name="adj" fmla="val 100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60920" y="54864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Vì sao người dùng quay lại?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lần ghi là thêm một điểm trên biểu đồ — người dùng thấy tiến bộ của chính mình nên có động lực mở app mỗi ngày.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theo dõi sức khỏe tại nhà ngày càng lớn — vẫn còn nhiều chỗ để làm tốt hơn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4144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app "AI health" đang có nhiều app mới và tăng trưởng nhanh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chính là nhóm trung niên — trung thành, dùng hằng ngày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 hướng: gom nhiều chỉ số vào một app thay vì mỗi app một việc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25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4754880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754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Disha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AI health coach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4754880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4754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giảm cân với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5321808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321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SmartBP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sổ huyết áp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5321808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5321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OMRON Connect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đi kèm máy đo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5888736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8887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Monitor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AI track BP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5888736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01568" y="58887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Blood Sugar Care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đường huyết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5468112" cy="3429000"/>
          </a:xfrm>
          <a:prstGeom prst="roundRect">
            <a:avLst>
              <a:gd name="adj" fmla="val 32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039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để làm khác &amp; tốt hơn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0" y="2587752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25146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gửi bác sĩ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PDF gọn đẹp để mang đi khám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273552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32004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gia đình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theo dõi chỉ số của bố mẹ từ xa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3959352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38862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Giao diện chữ lớn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Thiết kế riêng cho người lớn tuổi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4645152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6931152" y="45720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thông minh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đo, uống nước, uống thuốc đúng giờ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5486400"/>
            <a:ext cx="5468112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kiếm tiền: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Gói Premium (báo cáo, chế độ gia đình, không quảng cáo) + quảng cáo ở bản miễn phí.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828800"/>
            <a:ext cx="1965960" cy="3495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1528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528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56956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Bảo vệ trường phát hiện bé gái mệt vì hạ đường huyết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56956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47008" y="1828800"/>
            <a:ext cx="1965960" cy="3495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4700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4700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90128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Cảnh sát chặn xe — hóa ra tài xế bị hạ đường huyết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90128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828800"/>
            <a:ext cx="1965960" cy="3495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7872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"Bác sĩ": cơm, bánh mì, pizza đều là đường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610448" y="1828800"/>
            <a:ext cx="1965960" cy="3495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61044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1044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kể chuyện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856472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lớn tuổi kể chuyện sức khỏe rồi demo app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56472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theo dõi sức khỏe gia đình — đơn giản, tin cậy,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"Sổ tay sức khỏe của cả nhà" — bố mẹ ghi chỉ số, con cái cùng theo dõi, bác sĩ xem báo cáo.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 + nhãn ngữ cảnh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 tuần / tháng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hằng ngày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chữ lớn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với người thân (family mode)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PDF cho bác sĩ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tóm tắt sức khỏe mỗi tuần bằng lời dễ hiểu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Nói rõ: app để ghi lại &amp; theo dõi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sức khỏe theo nhạc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gia đình: con cài app cho bố mẹ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từ format phim ngắn AI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 mẹo ăn uống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ghi – xem xu hướng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recording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bạn đồng hành suốt thai kỳ — cho mẹ thấy bé lớn lên từng tuần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h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47672"/>
            <a:ext cx="5266944" cy="950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1874520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9202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theo dõi thai kỳ theo tuần: xem bé phát triển bằng hình 2D/3D, đếm cử động thai, chuẩn bị đồ sơ sinh và chọn tên cho bé.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Vấn đề người dùng gặp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67328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lần đầu lo lắng, không biết bé đang thế nào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trên mạng rải rác, khó tin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nhớ các mốc khám và việc cần chuẩn bị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 và người thân muốn đồng hành nhưng không biết bắt đầu từ đâu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15968" y="32004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44568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app mang lại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4544568" y="3767328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tuần một cập nhật: bé to bằng quả gì, phát triển gì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ảnh bé 2D/3D tạo gắn kết cảm xúc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cụ đếm cử động thai đơn giản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 &amp; gợi ý tên bé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83296" y="3200400"/>
            <a:ext cx="3557016" cy="3291840"/>
          </a:xfrm>
          <a:prstGeom prst="roundRect">
            <a:avLst>
              <a:gd name="adj" fmla="val 3333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11896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311896" y="3822192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0768" y="3858768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lần đầu 22–32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điện thoại nhiều, hay xem TikTok / Reels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11896" y="4709160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30768" y="4745736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 &amp; người thân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Muốn đồng hành, theo dõi cùng mẹ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11896" y="5596128"/>
            <a:ext cx="3099816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30768" y="5632704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Phụ nữ đang mong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Tìm hiểu dấu hiệu có thai sớm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&amp; hành trình người dùng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4 nhóm: Theo dõi bé → Công cụ → Chuẩn bị → Kết nối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05740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bé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60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Cập nhật tuần thai &amp; mốc phát triển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kích thước với trái cây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bé 2D / 3D mỗi tuần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187452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5928" y="205740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959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cụ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95928" y="2560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 (kick counter)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ngày dự sinh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06908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Chuẩn bị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720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cho mẹ và bé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cho bé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4760" y="3886200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95928" y="406908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95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nối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95928" y="45720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tin vui với gia đình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kỷ niệm thai kỳ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1874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Hành trình người dùng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178040" y="2359152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0" name="Shape 28"/>
          <p:cNvSpPr/>
          <p:nvPr/>
        </p:nvSpPr>
        <p:spPr>
          <a:xfrm>
            <a:off x="7370064" y="2761488"/>
            <a:ext cx="0" cy="182880"/>
          </a:xfrm>
          <a:prstGeom prst="line">
            <a:avLst/>
          </a:prstGeom>
          <a:noFill/>
          <a:ln w="19050">
            <a:solidFill>
              <a:srgbClr val="E457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9248" y="2304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Tải app, nhập ngày dự sinh / kỳ kinh cuối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2962656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34" name="Shape 32"/>
          <p:cNvSpPr/>
          <p:nvPr/>
        </p:nvSpPr>
        <p:spPr>
          <a:xfrm>
            <a:off x="7370064" y="3364992"/>
            <a:ext cx="0" cy="182880"/>
          </a:xfrm>
          <a:prstGeom prst="line">
            <a:avLst/>
          </a:prstGeom>
          <a:noFill/>
          <a:ln w="1905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99248" y="2907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ngay "bé tuần này" (hình + kích thước)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78040" y="35661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780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8" name="Shape 36"/>
          <p:cNvSpPr/>
          <p:nvPr/>
        </p:nvSpPr>
        <p:spPr>
          <a:xfrm>
            <a:off x="7370064" y="3968496"/>
            <a:ext cx="0" cy="182880"/>
          </a:xfrm>
          <a:prstGeom prst="line">
            <a:avLst/>
          </a:prstGeom>
          <a:noFill/>
          <a:ln w="19050">
            <a:solidFill>
              <a:srgbClr val="E457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99248" y="35112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tuần mở lại xem mốc mới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78040" y="4169664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42" name="Shape 40"/>
          <p:cNvSpPr/>
          <p:nvPr/>
        </p:nvSpPr>
        <p:spPr>
          <a:xfrm>
            <a:off x="7370064" y="4572000"/>
            <a:ext cx="0" cy="182880"/>
          </a:xfrm>
          <a:prstGeom prst="line">
            <a:avLst/>
          </a:prstGeom>
          <a:noFill/>
          <a:ln w="1905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99248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Cuối thai kỳ: đếm cử động thai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78040" y="4773168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780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46" name="Text 44"/>
          <p:cNvSpPr txBox="1"/>
          <p:nvPr/>
        </p:nvSpPr>
        <p:spPr>
          <a:xfrm>
            <a:off x="7699248" y="47183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Trước sinh: checklist đồ &amp; chọn tên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78040" y="5440680"/>
            <a:ext cx="4462272" cy="1097280"/>
          </a:xfrm>
          <a:prstGeom prst="roundRect">
            <a:avLst>
              <a:gd name="adj" fmla="val 100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60920" y="54864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Vì sao người dùng quay lại?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mới mỗi tuần suốt ~40 tuần — mỗi mốc là một khoảnh khắc cảm xúc mẹ muốn mở app và chia sẻ.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ổn định toàn cầu, người dùng mới liên tục — app mới vẫn có chỗ đứng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4144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lớn và đều đặn: luôn có mẹ bầu mới mỗi ngày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mới ra mắt gần đây vẫn tăng trưởng tốt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sẵn lòng dùng nhiều tháng liên tục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25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4754880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754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Pregnancy+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Philips, 3D bé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4754880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4754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BabyJoy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theo dõi thai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5321808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321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amma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lịch thai kỳ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5321808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5321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Bump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cộng đồng mẹ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5888736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8887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Sprout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3D + kick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5888736"/>
            <a:ext cx="23774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01568" y="58887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Expect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nội dung chuyên sâu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5468112" cy="3429000"/>
          </a:xfrm>
          <a:prstGeom prst="roundRect">
            <a:avLst>
              <a:gd name="adj" fmla="val 32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039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để làm khác &amp; tốt hơn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0" y="2587752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25146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đẹp đăng Facebook / TikTok mỗi tuần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273552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32004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ảnh bump theo tuần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3959352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38862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cho bố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&amp; nhắc nhở riêng cho bố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4645152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6931152" y="45720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nhanh câu hỏi thai kỳ thường gặp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5486400"/>
            <a:ext cx="5468112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kiếm tiền: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là nguồn chính (người dùng mở app thường xuyên) + gói Premium: hình 3D chất lượng cao, không quảng cáo.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2872" y="1828800"/>
            <a:ext cx="1673352" cy="2974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28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28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hiệu có thai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271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"Dấu hiệu có thai tuần 1" + thai nhi 3D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271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Tiếng Anh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447392" y="1828800"/>
            <a:ext cx="1673352" cy="2974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4739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4739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40167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áp điện thoại lên bụng nghe bé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40167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21912" y="1828800"/>
            <a:ext cx="1673352" cy="29748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2191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2191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cảm xúc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427619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khóc: "chờ quá lâu là thế này"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27619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828800"/>
            <a:ext cx="1673352" cy="297484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643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9643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que thử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615071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"10 DPO – vạch mờ hay bóng?"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15071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Tiếng Anh</a:t>
            </a:r>
            <a:endParaRPr lang="en-US" sz="9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70952" y="1828800"/>
            <a:ext cx="1673352" cy="297484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7095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7095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802523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Phôi thai phát triển + xem bé 3D trong app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802523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9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945472" y="1828800"/>
            <a:ext cx="1673352" cy="297484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9454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9454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98997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"Có tin vui chưa?" + song sinh 3D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98997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thai kỳ đẹp, giàu cảm xúc và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"Nhật ký thai kỳ đẹp nhất để chia sẻ" — mỗi tuần một khoảnh khắc đáng nhớ cho cả gia đình.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thai + hình bé + so sánh trái cây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&amp; đếm cơn gò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bé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 tự tạo timeline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cho bố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 về thai kỳ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bản địa nhiều ngôn ngữ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bụng bầu: tuần 8 → beat drop → tuần 36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bump theo tuần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 thật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"Bé tuần này to bằng quả gì?"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 gây tò mò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bố khi xem bé 3D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Khoảnh khắc cảm xúc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&amp; ĐỀ XUẤT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Nên chọn app nào?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 định tính của team — cả 2 đều khả thi, đề xuất thứ tự ưu tiên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người dùng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05072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54096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 suất mở 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33872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1968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255264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712464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3785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Dễ làm MVP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05072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33872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9904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370832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dễ viral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05072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61104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7136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33872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9904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5936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1968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5029200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724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trend Training Season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005072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61104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17136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73168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5230368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33872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89904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45936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01968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687568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77240" y="5760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Tiềm năng kiếm tiền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005072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61104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17136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73168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33872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45936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01968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26680" y="1874520"/>
            <a:ext cx="3913632" cy="2377440"/>
          </a:xfrm>
          <a:prstGeom prst="roundRect">
            <a:avLst>
              <a:gd name="adj" fmla="val 461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552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1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7955280" y="2304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700" dirty="0"/>
          </a:p>
        </p:txBody>
      </p:sp>
      <p:sp>
        <p:nvSpPr>
          <p:cNvPr id="85" name="Text 83"/>
          <p:cNvSpPr txBox="1"/>
          <p:nvPr/>
        </p:nvSpPr>
        <p:spPr>
          <a:xfrm>
            <a:off x="7955280" y="27432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cảm xúc, creative dễ viral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 hợp trend Training Season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gắn bó suốt thai kỳ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7726680" y="4434840"/>
            <a:ext cx="3913632" cy="2057400"/>
          </a:xfrm>
          <a:prstGeom prst="roundRect">
            <a:avLst>
              <a:gd name="adj" fmla="val 533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955280" y="4572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2</a:t>
            </a:r>
            <a:endParaRPr lang="en-US" sz="1150" dirty="0"/>
          </a:p>
        </p:txBody>
      </p:sp>
      <p:sp>
        <p:nvSpPr>
          <p:cNvPr id="88" name="Text 86"/>
          <p:cNvSpPr txBox="1"/>
          <p:nvPr/>
        </p:nvSpPr>
        <p:spPr>
          <a:xfrm>
            <a:off x="7955280" y="4864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700" dirty="0"/>
          </a:p>
        </p:txBody>
      </p:sp>
      <p:sp>
        <p:nvSpPr>
          <p:cNvPr id="89" name="Text 87"/>
          <p:cNvSpPr txBox="1"/>
          <p:nvPr/>
        </p:nvSpPr>
        <p:spPr>
          <a:xfrm>
            <a:off x="7955280" y="5303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mỗi ngày, thói quen bền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mô hình gói Premium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2026-09-24T16:12:51Z</dcterms:created>
  <dcterms:modified xsi:type="dcterms:W3CDTF">2026-09-24T16:12:51Z</dcterms:modified>
</cp:coreProperties>
</file>