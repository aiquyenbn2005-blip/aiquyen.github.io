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.spotify.com/track/2FZcjBYK4dTt48q94pJbJD" TargetMode="External"/><Relationship Id="rId3" Type="http://schemas.openxmlformats.org/officeDocument/2006/relationships/hyperlink" Target="https://newengen.com/insights/september-tiktok-trends/" TargetMode="External"/><Relationship Id="rId4" Type="http://schemas.openxmlformats.org/officeDocument/2006/relationships/hyperlink" Target="https://www.tiktok.com/discover/dance-videos-2026-challenge" TargetMode="External"/><Relationship Id="rId5" Type="http://schemas.openxmlformats.org/officeDocument/2006/relationships/hyperlink" Target="https://www.socialpilot.co/blog/tiktok-trends" TargetMode="External"/><Relationship Id="rId6" Type="http://schemas.openxmlformats.org/officeDocument/2006/relationships/hyperlink" Target="https://www.tiktok.com/discover/lana-del-rey-transitions" TargetMode="External"/><Relationship Id="rId7" Type="http://schemas.openxmlformats.org/officeDocument/2006/relationships/hyperlink" Target="https://www.socialpilot.co/blog/tiktok-trends" TargetMode="External"/><Relationship Id="rId1" Type="http://schemas.openxmlformats.org/officeDocument/2006/relationships/image" Target="../media/Slide-3-image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ktok.com/tag/pregnancyannouncement" TargetMode="External"/><Relationship Id="rId3" Type="http://schemas.openxmlformats.org/officeDocument/2006/relationships/hyperlink" Target="https://swaddlean.com/blogs/familys-life/pregnancy-announcement-songs-tiktok" TargetMode="External"/><Relationship Id="rId4" Type="http://schemas.openxmlformats.org/officeDocument/2006/relationships/hyperlink" Target="https://socialbee.com/blog/latest-instagram-trends/" TargetMode="External"/><Relationship Id="rId5" Type="http://schemas.openxmlformats.org/officeDocument/2006/relationships/hyperlink" Target="https://www.tiktok.com/discover/tiktok-september-2026-new-feature-photo-to-video" TargetMode="External"/><Relationship Id="rId6" Type="http://schemas.openxmlformats.org/officeDocument/2006/relationships/hyperlink" Target="https://www.tiktok.com/en/trending/detail/2026-prediction-filter-effect-goes-viral" TargetMode="External"/><Relationship Id="rId7" Type="http://schemas.openxmlformats.org/officeDocument/2006/relationships/hyperlink" Target="https://www.zegocloud.com/blog/tiktok-filters" TargetMode="External"/><Relationship Id="rId1" Type="http://schemas.openxmlformats.org/officeDocument/2006/relationships/image" Target="../media/Slide-4-image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71600" y="960120"/>
            <a:ext cx="94457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APP</a:t>
            </a:r>
            <a:endParaRPr lang="en-US" sz="7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</a:t>
            </a:r>
            <a:endParaRPr lang="en-US" sz="7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TREND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3200400" y="5029200"/>
            <a:ext cx="5788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24/09/2026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Trend – Tháng 9/2026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TikTok · Instagram Reels · Facebook Reels — tổng hợp trend có thể lồng vào creative quảng cáo app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47548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F6D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9869F">
                <a:alpha val="18000"/>
              </a:srgbClr>
            </a:outerShdw>
          </a:effectLst>
        </p:spPr>
      </p:sp>
      <p:pic>
        <p:nvPicPr>
          <p:cNvPr id="5" name="Image 0" descr="/tmp/claude-0/-home-user-Aiquyen-github-io/04815c5d-b8ea-5176-a2d9-19e6c7f56abf/scratchpad/tpl_d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566928" cy="5669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14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Dance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"Bass Persuades" – Miley Cyrus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Brazil / Rueda dance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Smooth Criminal challenge (MJ)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53035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FF0F5"/>
          </a:solidFill>
          <a:ln w="12700">
            <a:solidFill>
              <a:srgbClr val="FFF0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5349240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với app: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Dance, Sticker, Filter, Health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508760"/>
            <a:ext cx="2606040" cy="47548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F6D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9869F">
                <a:alpha val="18000"/>
              </a:srgbClr>
            </a:outerShdw>
          </a:effectLst>
        </p:spPr>
      </p:sp>
      <p:pic>
        <p:nvPicPr>
          <p:cNvPr id="12" name="Image 1" descr="/tmp/claude-0/-home-user-Aiquyen-github-io/04815c5d-b8ea-5176-a2d9-19e6c7f56abf/scratchpad/tpl_d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783080"/>
            <a:ext cx="566928" cy="5669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514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Music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06324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"Freak" – Lana Del Rey (outfit transition)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6 Mafia × Mariah Carey mashup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"September" – Earth, Wind &amp; Fire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474720" y="53035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FF0F5"/>
          </a:solidFill>
          <a:ln w="12700">
            <a:solidFill>
              <a:srgbClr val="FFF0F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584448" y="5349240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với app: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Photo / Video, Outfit, Fitness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508760"/>
            <a:ext cx="2606040" cy="47548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F6D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9869F">
                <a:alpha val="18000"/>
              </a:srgbClr>
            </a:outerShdw>
          </a:effectLst>
        </p:spPr>
      </p:sp>
      <p:pic>
        <p:nvPicPr>
          <p:cNvPr id="19" name="Image 2" descr="/tmp/claude-0/-home-user-Aiquyen-github-io/04815c5d-b8ea-5176-a2d9-19e6c7f56abf/scratchpad/tpl_d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783080"/>
            <a:ext cx="566928" cy="56692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008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2514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/ Format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0" y="306324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reveal "Hi Daddy" (beat drop)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 Did" – Reel chia 3 khung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"Right Round Hangover" prank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"Kinda chic to…" carousel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309360" y="53035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FF0F5"/>
          </a:solidFill>
          <a:ln w="12700">
            <a:solidFill>
              <a:srgbClr val="FFF0F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19088" y="5349240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với app: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Pregnancy, Health tracker, Diary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961120" y="1508760"/>
            <a:ext cx="2606040" cy="47548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F6D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9869F">
                <a:alpha val="18000"/>
              </a:srgbClr>
            </a:outerShdw>
          </a:effectLst>
        </p:spPr>
      </p:sp>
      <p:pic>
        <p:nvPicPr>
          <p:cNvPr id="26" name="Image 3" descr="/tmp/claude-0/-home-user-Aiquyen-github-io/04815c5d-b8ea-5176-a2d9-19e6c7f56abf/scratchpad/tpl_d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783080"/>
            <a:ext cx="566928" cy="56692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354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235440" y="2514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/ AI effect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9235440" y="306324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Sway Dance (ảnh → video nhảy)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 Future Career / Prediction filter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Celebrity lookalike face scan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Manga filter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9144000" y="53035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FF0F5"/>
          </a:solidFill>
          <a:ln w="12700">
            <a:solidFill>
              <a:srgbClr val="FFF0F5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253728" y="5349240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với app: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Photo, Face scan, Astrology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Dance &amp; Music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Âm nhạc / vũ đạo đang lên — dùng làm nhạc nền hoặc hook mở đầu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1457432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F6D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9869F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Cách làm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508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 cho app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46404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"Bass Persuades" – Miley Cyrus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1920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Nhảy thật "lố", bất chấp đúng đoạn điệp khúc "the kids don't wanna dance"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920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Dance / AI Video, Sticker; Health tracker: "nhảy xong đo nhịp tim"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46404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A56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Spotify – bài hát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1A56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NewEngen – trend T9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788920"/>
            <a:ext cx="11183112" cy="0"/>
          </a:xfrm>
          <a:prstGeom prst="line">
            <a:avLst/>
          </a:prstGeom>
          <a:noFill/>
          <a:ln w="9525">
            <a:solidFill>
              <a:srgbClr val="F3D9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34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Brazil / Rueda dance &amp; Smooth Criminal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834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Nhảy nhóm bạn / chị em, động tác đơn giản, dễ bắt chước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Dance (ảnh → nhảy), Sticker Lab, Filter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46404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A56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TikTok – dance challenge 2026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11183112" cy="0"/>
          </a:xfrm>
          <a:prstGeom prst="line">
            <a:avLst/>
          </a:prstGeom>
          <a:noFill/>
          <a:ln w="9525">
            <a:solidFill>
              <a:srgbClr val="F3D9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3749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Nữ vận động viên khoe hình ảnh luyện tập thật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749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Fitness, Health tracker, Water / Step tracker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A56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SocialPilot – TikTok trends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617720"/>
            <a:ext cx="11183112" cy="0"/>
          </a:xfrm>
          <a:prstGeom prst="line">
            <a:avLst/>
          </a:prstGeom>
          <a:noFill/>
          <a:ln w="9525">
            <a:solidFill>
              <a:srgbClr val="F3D9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663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"Freak" – Lana Del Rey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4663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Xoắn váy dài làm điểm cắt để chuyển outfit (transition)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6634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Outfit Try-on, Outfit planner, Photo editor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464040" y="4663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A56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TikTok – Lana transitions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5532120"/>
            <a:ext cx="11183112" cy="0"/>
          </a:xfrm>
          <a:prstGeom prst="line">
            <a:avLst/>
          </a:prstGeom>
          <a:noFill/>
          <a:ln w="9525">
            <a:solidFill>
              <a:srgbClr val="F3D9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5577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6 Mafia × Mariah Carey mashup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926080" y="5577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Ghép ảnh thơ ấu với câu chuyện tương phản hiện tại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577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Photo, Age changer, AI Baby generator, Pregnancy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464040" y="5577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A56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SocialPilot – TikTok trends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&amp; Filter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 / hiệu ứng đang viral — dễ chuyển thành creative UGC cho app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1457432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F6D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9869F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Cách làm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508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 cho app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46404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reveal "Hi Daddy"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1920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Đưa chồng đồ lặt vặt tới khi beat drop thì trao body suit "Hi Daddy"; mix tiếng tim thai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920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tracker, AI Baby generator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46404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A56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TikTok – #pregnancyannouncement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1A56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Swaddlean – nhạc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788920"/>
            <a:ext cx="11183112" cy="0"/>
          </a:xfrm>
          <a:prstGeom prst="line">
            <a:avLst/>
          </a:prstGeom>
          <a:noFill/>
          <a:ln w="9525">
            <a:solidFill>
              <a:srgbClr val="F3D9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34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 Did" 3-panel Reel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834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Chia màn hình 3 dải: mặc gì / đi đâu / làm gì, chạy cùng 1 nhạc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tracker (bước – nước – nhịp tim), Outfit planner, Diary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46404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A56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SocialBee – IG trends 18/9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11183112" cy="0"/>
          </a:xfrm>
          <a:prstGeom prst="line">
            <a:avLst/>
          </a:prstGeom>
          <a:noFill/>
          <a:ln w="9525">
            <a:solidFill>
              <a:srgbClr val="F3D9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Sway Dance (CapCut)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3749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1 ảnh tĩnh → AI biến thành video nhảy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749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Video, AI Photo, Sticker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A56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TikTok – photo to video T9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617720"/>
            <a:ext cx="11183112" cy="0"/>
          </a:xfrm>
          <a:prstGeom prst="line">
            <a:avLst/>
          </a:prstGeom>
          <a:noFill/>
          <a:ln w="9525">
            <a:solidFill>
              <a:srgbClr val="F3D9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663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 Future Career / Prediction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4663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dự đoán nghề nghiệp / tương lai từ 1 ảnh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6634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Astrology, Palmistry, Tarot, Face scanner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464040" y="4663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A56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TikTok – Prediction filter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5532120"/>
            <a:ext cx="11183112" cy="0"/>
          </a:xfrm>
          <a:prstGeom prst="line">
            <a:avLst/>
          </a:prstGeom>
          <a:noFill/>
          <a:ln w="9525">
            <a:solidFill>
              <a:srgbClr val="F3D9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5577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Celebrity lookalike &amp; AI Manga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926080" y="5577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 mặt tìm người nổi tiếng giống mình / biến thành nhân vật anime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577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Face swap, AI Photo, Face scanner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464040" y="5577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A56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ZEGOCLOUD – TikTok filters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Tracker: BP &amp; Blood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549640" y="219456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12700">
            <a:solidFill>
              <a:srgbClr val="FFE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49640" y="2194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24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Chưa có trong file tổng hợp</a:t>
            </a:r>
            <a:endParaRPr lang="en-US" sz="1050" dirty="0"/>
          </a:p>
        </p:txBody>
      </p:sp>
      <p:pic>
        <p:nvPicPr>
          <p:cNvPr id="5" name="Image 0" descr="/tmp/claude-0/-home-user-Aiquyen-github-io/04815c5d-b8ea-5176-a2d9-19e6c7f56abf/scratchpad/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777240"/>
            <a:ext cx="868680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4983480"/>
            <a:ext cx="7086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5056632"/>
            <a:ext cx="69037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Đo nhịp tim bằng camera: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đặt ngón tay lên camera + flash để ước tính BPM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Nhật ký chỉ số: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huyết áp, đường huyết (nhập tay từ máy đo)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hằng ngày: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chân, lượng nước uống trên 1 dashboard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 vitals &amp; lịch sử: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lưu và xem lại các chỉ số sức khỏe theo ngày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Định vị wellness: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tự ghi rõ không phải thiết bị y tế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5623560"/>
            <a:ext cx="502920" cy="329184"/>
          </a:xfrm>
          <a:prstGeom prst="rightArrow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75320" y="4983480"/>
            <a:ext cx="3520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5056632"/>
            <a:ext cx="33375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user: </a:t>
            </a:r>
            <a:pPr algn="just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trung niên – cao tuổi, người có vấn đề huyết áp / đường huyết muốn theo dõi chỉ số mỗi ngày; con cái chăm sóc sức khỏe bố mẹ.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2286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AppstoreSpy · Google Play · tìm "AI health"</a:t>
            </a:r>
            <a:endParaRPr lang="en-US" sz="1200" dirty="0"/>
          </a:p>
        </p:txBody>
      </p:sp>
      <p:pic>
        <p:nvPicPr>
          <p:cNvPr id="4" name="Image 0" descr="/tmp/claude-0/-home-user-Aiquyen-github-io/04815c5d-b8ea-5176-a2d9-19e6c7f56abf/scratchpad/9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731520"/>
            <a:ext cx="9235440" cy="40965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51023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Monetization: IAP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565099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 network (đề xuất): Meta, Google UAC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903720" y="5056632"/>
            <a:ext cx="4892040" cy="161848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F6D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9869F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040880" y="5129784"/>
            <a:ext cx="461772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"AI health": 190 app đang live, 76 app bị gỡ; tổng ~32K install/ngày, 1M/tháng, doanh thu ~$60K/tháng.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 dẫn đầu ngách: 8K install/ngày (~25%), 500K/tháng chỉ sau 3 tháng ra mắt (18/06/2026).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Biểu đồ có 2 đỉnh ~27K và ~25K/ngày (cuối T8, 13/9) → nhiều khả năng đang đẩy UA theo đợt.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Rủi ro: app sức khỏe dễ bị gỡ nếu claim đo huyết áp / đường huyết bằng điện thoại.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355848" y="274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 đề xuất lồng trend T9 — không claim đo huyết áp / đường huyết bằng điện thoại (policy Google / Meta)</a:t>
            </a:r>
            <a:endParaRPr lang="en-US" sz="1200" dirty="0"/>
          </a:p>
        </p:txBody>
      </p:sp>
      <p:pic>
        <p:nvPicPr>
          <p:cNvPr id="4" name="Image 0" descr="/tmp/claude-0/-home-user-Aiquyen-github-io/04815c5d-b8ea-5176-a2d9-19e6c7f56abf/scratchpad/ph/h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201168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" y="1709928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42416" y="1728216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POV: đo nhịp tim chỉ bằng 1 ngón tay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 BPM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029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Fingertip POV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53766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Trend: </a:t>
            </a:r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POV + ASMR tap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0–3s: ngón tay chạm camera, flash sáng, số BPM nhảy lên</a:t>
            </a:r>
            <a:endParaRPr lang="en-US" sz="1000" dirty="0"/>
          </a:p>
        </p:txBody>
      </p:sp>
      <p:pic>
        <p:nvPicPr>
          <p:cNvPr id="10" name="Image 1" descr="/tmp/claude-0/-home-user-Aiquyen-github-io/04815c5d-b8ea-5176-a2d9-19e6c7f56abf/scratchpad/ph/h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25880"/>
            <a:ext cx="2011680" cy="3566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840480" y="1709928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877056" y="1728216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 Did – 1 ngày sống khỏe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379476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8.000 bước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794760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Uống 2L nước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79476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Nhịp tim 68 BPM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5029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 Did – Healthy day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53766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Trend: </a:t>
            </a:r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 Did" 3-panel Reel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khung là 1 chỉ số trong app, cắt theo beat</a:t>
            </a:r>
            <a:endParaRPr lang="en-US" sz="1000" dirty="0"/>
          </a:p>
        </p:txBody>
      </p:sp>
      <p:pic>
        <p:nvPicPr>
          <p:cNvPr id="18" name="Image 2" descr="/tmp/claude-0/-home-user-Aiquyen-github-io/04815c5d-b8ea-5176-a2d9-19e6c7f56abf/scratchpad/ph/h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25880"/>
            <a:ext cx="2011680" cy="35661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675120" y="1709928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711696" y="1728216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Nhảy xong "Bass Persuades" nhịp tim lên bao nhiêu?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662940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132 BPM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5029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Dance → Heart rate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53766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Trend: </a:t>
            </a:r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Bass Persuades dance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Nhảy hết đoạn điệp khúc rồi đo ngay trong app</a:t>
            </a:r>
            <a:endParaRPr lang="en-US" sz="1000" dirty="0"/>
          </a:p>
        </p:txBody>
      </p:sp>
      <p:pic>
        <p:nvPicPr>
          <p:cNvPr id="24" name="Image 3" descr="/tmp/claude-0/-home-user-Aiquyen-github-io/04815c5d-b8ea-5176-a2d9-19e6c7f56abf/scratchpad/ph/h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325880"/>
            <a:ext cx="2011680" cy="356616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509760" y="1709928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546336" y="1728216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Cài cho bố mẹ để tự ghi huyết áp mỗi sáng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9464040" y="2761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128/82 mmHg · đã lưu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946404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Nhịp tim 70 BPM</a:t>
            </a:r>
            <a:endParaRPr lang="en-US" sz="950" dirty="0"/>
          </a:p>
        </p:txBody>
      </p:sp>
      <p:sp>
        <p:nvSpPr>
          <p:cNvPr id="29" name="Text 23"/>
          <p:cNvSpPr txBox="1"/>
          <p:nvPr/>
        </p:nvSpPr>
        <p:spPr>
          <a:xfrm>
            <a:off x="9464040" y="3630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Nước 1.2L / 2L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9464040" y="4069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6.540 bước</a:t>
            </a:r>
            <a:endParaRPr lang="en-US" sz="950" dirty="0"/>
          </a:p>
        </p:txBody>
      </p:sp>
      <p:sp>
        <p:nvSpPr>
          <p:cNvPr id="31" name="Text 25"/>
          <p:cNvSpPr txBox="1"/>
          <p:nvPr/>
        </p:nvSpPr>
        <p:spPr>
          <a:xfrm>
            <a:off x="9098280" y="5029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chăm bố mẹ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9098280" y="53766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Trend: </a:t>
            </a:r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testimonial gia đình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Talking-head ngắn cho Meta Reels, nhấn vào "nhắc nhở mỗi ngày"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Tracker: Baby Growth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549640" y="219456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12700">
            <a:solidFill>
              <a:srgbClr val="FFE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49640" y="2194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24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Chưa có (bản Insumos XP)</a:t>
            </a:r>
            <a:endParaRPr lang="en-US" sz="1050" dirty="0"/>
          </a:p>
        </p:txBody>
      </p:sp>
      <p:pic>
        <p:nvPicPr>
          <p:cNvPr id="5" name="Image 0" descr="/tmp/claude-0/-home-user-Aiquyen-github-io/04815c5d-b8ea-5176-a2d9-19e6c7f56abf/scratchpad/8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777240"/>
            <a:ext cx="7799832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4983480"/>
            <a:ext cx="7086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5056632"/>
            <a:ext cx="69037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thai kỳ theo tuần: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kích thước &amp; mốc phát triển của bé mỗi tuần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Kick Counter: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chạm màn hình để đếm cử động thai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Hình ảnh thai nhi 2D / 3D: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minh họa bé theo từng tuần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sơ sinh: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gợi ý chuẩn bị đồ cho mẹ và bé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Baby name generator: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gợi ý đặt tên cho bé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5623560"/>
            <a:ext cx="502920" cy="329184"/>
          </a:xfrm>
          <a:prstGeom prst="rightArrow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75320" y="4983480"/>
            <a:ext cx="3520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5056632"/>
            <a:ext cx="33375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user: </a:t>
            </a:r>
            <a:pPr algn="just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(đặc biệt mang thai lần đầu) muốn theo dõi sự phát triển của bé từng tuần; bố và người thân đồng hành.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2286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AppstoreSpy · Google Play · tìm "Pregnancy Tracker"</a:t>
            </a:r>
            <a:endParaRPr lang="en-US" sz="1200" dirty="0"/>
          </a:p>
        </p:txBody>
      </p:sp>
      <p:pic>
        <p:nvPicPr>
          <p:cNvPr id="4" name="Image 0" descr="/tmp/claude-0/-home-user-Aiquyen-github-io/04815c5d-b8ea-5176-a2d9-19e6c7f56abf/scratchpad/7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731520"/>
            <a:ext cx="9235440" cy="4251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5257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Monetization: IAA + IAP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5806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 network (đề xuất): Meta, Google UAC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903720" y="5212080"/>
            <a:ext cx="4892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F6D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9869F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040880" y="5285232"/>
            <a:ext cx="46177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lớn: 206 app live, 237 bị gỡ; ~213K install/ngày, 4M/tháng nhưng doanh thu chỉ ~$40K/tháng → kiếm tiền chủ yếu bằng ads.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Nhiều app ra mắt 2026 đạt 11–16K install/ngày (Insumos XP, Tools for Everyday, Spartan, BabyWeeks) → dễ clone, cạnh tranh cao.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Insumos XP: install/ngày tăng từ ~5K (06/09) lên ~16K (22/09) → đang scale mạnh.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đã có bản cùng tên của Tools for Everyday (dòng 281) → nên so sánh 2 bản trước khi chốt.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355848" y="274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 đề xuất lồng trend T9 cho mẹ bầu — tránh claim y khoa (chẩn đoán, thay thế bác sĩ)</a:t>
            </a:r>
            <a:endParaRPr lang="en-US" sz="1200" dirty="0"/>
          </a:p>
        </p:txBody>
      </p:sp>
      <p:pic>
        <p:nvPicPr>
          <p:cNvPr id="4" name="Image 0" descr="/tmp/claude-0/-home-user-Aiquyen-github-io/04815c5d-b8ea-5176-a2d9-19e6c7f56abf/scratchpad/ph/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201168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" y="1709928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42416" y="1728216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Bé nhà mình tuần này to bằng quả gì?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3813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Tuần 8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435608" y="3813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Tuần 12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2029968" y="3813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Tuần 20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5029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Fruit-size transition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53766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Trend: </a:t>
            </a:r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Transition theo beat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beat đổi 1 tuần: việt quất → chanh → chuối</a:t>
            </a:r>
            <a:endParaRPr lang="en-US" sz="1000" dirty="0"/>
          </a:p>
        </p:txBody>
      </p:sp>
      <p:pic>
        <p:nvPicPr>
          <p:cNvPr id="12" name="Image 1" descr="/tmp/claude-0/-home-user-Aiquyen-github-io/04815c5d-b8ea-5176-a2d9-19e6c7f56abf/scratchpad/ph/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25880"/>
            <a:ext cx="2011680" cy="35661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840480" y="1709928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877056" y="1728216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Đưa chồng từng món đồ… tới khi beat drop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379476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 Daddy!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5029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"Hi Daddy" reveal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53766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Trend: </a:t>
            </a:r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announcement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Beat drop → body suit → chuyển sang màn hình tuần thai trong app</a:t>
            </a:r>
            <a:endParaRPr lang="en-US" sz="1000" dirty="0"/>
          </a:p>
        </p:txBody>
      </p:sp>
      <p:pic>
        <p:nvPicPr>
          <p:cNvPr id="18" name="Image 2" descr="/tmp/claude-0/-home-user-Aiquyen-github-io/04815c5d-b8ea-5176-a2d9-19e6c7f56abf/scratchpad/ph/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25880"/>
            <a:ext cx="2011680" cy="35661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675120" y="1709928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711696" y="1728216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POV: bé đạp lần thứ 10 hôm nay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6629400" y="2862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4D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6629400" y="3227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4D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kicks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5029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Kick counter POV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263640" y="53766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Trend: </a:t>
            </a:r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POV + tap ASMR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chạm màn hình mỗi lần bé đạp, số đếm tăng dần</a:t>
            </a:r>
            <a:endParaRPr lang="en-US" sz="1000" dirty="0"/>
          </a:p>
        </p:txBody>
      </p:sp>
      <p:pic>
        <p:nvPicPr>
          <p:cNvPr id="25" name="Image 3" descr="/tmp/claude-0/-home-user-Aiquyen-github-io/04815c5d-b8ea-5176-a2d9-19e6c7f56abf/scratchpad/ph/p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325880"/>
            <a:ext cx="2011680" cy="356616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509760" y="1709928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546336" y="1728216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Ảnh 3D của bé tuần 24 trông thế này…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9098280" y="5029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3D baby reveal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9098280" y="53766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Trend: </a:t>
            </a:r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filter reveal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Kiểu Prediction filter: ảnh siêu âm → hình minh họa 3D trong 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71600" y="2514600"/>
            <a:ext cx="9445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App &amp; New Trend – 24/09/2026</dc:title>
  <dc:subject>PptxGenJS Presentation</dc:subject>
  <dc:creator>PptxGenJS</dc:creator>
  <cp:lastModifiedBy>PptxGenJS</cp:lastModifiedBy>
  <cp:revision>1</cp:revision>
  <dcterms:created xsi:type="dcterms:W3CDTF">2026-09-24T13:00:38Z</dcterms:created>
  <dcterms:modified xsi:type="dcterms:W3CDTF">2026-09-24T13:00:38Z</dcterms:modified>
</cp:coreProperties>
</file>