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hyperlink" Target="https://www.tiktok.com/tag/trainingseason" TargetMode="External"/><Relationship Id="rId3" Type="http://schemas.openxmlformats.org/officeDocument/2006/relationships/hyperlink" Target="https://www.tiktok.com/discover/dua-lipa-training-season-trend" TargetMode="External"/><Relationship Id="rId4" Type="http://schemas.openxmlformats.org/officeDocument/2006/relationships/hyperlink" Target="https://www.tiktok.com/discover/dua-lipa-training-season-manifest-trend" TargetMode="External"/><Relationship Id="rId5" Type="http://schemas.openxmlformats.org/officeDocument/2006/relationships/hyperlink" Target="https://www.tiktok.com/discover/training-season-dua-lipa-dance-tutorial" TargetMode="External"/><Relationship Id="rId6" Type="http://schemas.openxmlformats.org/officeDocument/2006/relationships/hyperlink" Target="https://www.tiktok.com/@mg8114158/video/7630126299859750158" TargetMode="External"/><Relationship Id="rId7" Type="http://schemas.openxmlformats.org/officeDocument/2006/relationships/hyperlink" Target="https://www.tiktok.com/discover/face-swap-filter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video" Target="../media/media-6-4.mp4"/><Relationship Id="rId5" Type="http://schemas.microsoft.com/office/2007/relationships/media" Target="../media/media-6-4.mp4"/><Relationship Id="rId6" Type="http://schemas.openxmlformats.org/officeDocument/2006/relationships/image" Target="../media/image-6-6.png"/><Relationship Id="rId7" Type="http://schemas.openxmlformats.org/officeDocument/2006/relationships/video" Target="../media/media-6-7.mp4"/><Relationship Id="rId8" Type="http://schemas.microsoft.com/office/2007/relationships/media" Target="../media/media-6-7.mp4"/><Relationship Id="rId9" Type="http://schemas.openxmlformats.org/officeDocument/2006/relationships/image" Target="../media/image-6-9.png"/><Relationship Id="rId10" Type="http://schemas.openxmlformats.org/officeDocument/2006/relationships/video" Target="../media/media-6-10.mp4"/><Relationship Id="rId11" Type="http://schemas.microsoft.com/office/2007/relationships/media" Target="../media/media-6-10.mp4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tag/septemberchallenge" TargetMode="External"/><Relationship Id="rId2" Type="http://schemas.openxmlformats.org/officeDocument/2006/relationships/hyperlink" Target="https://www.tiktok.com/discover/10k-steps-a-day-with-just-water-for-a-month-results" TargetMode="External"/><Relationship Id="rId3" Type="http://schemas.openxmlformats.org/officeDocument/2006/relationships/hyperlink" Target="https://www.tiktok.com/@joelle.peschl/video/7618679216485207329" TargetMode="External"/><Relationship Id="rId4" Type="http://schemas.openxmlformats.org/officeDocument/2006/relationships/hyperlink" Target="https://www.tiktok.com/@user4841088481780/video/7677947740621393173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video" Target="../media/media-10-4.mp4"/><Relationship Id="rId5" Type="http://schemas.microsoft.com/office/2007/relationships/media" Target="../media/media-10-4.mp4"/><Relationship Id="rId6" Type="http://schemas.openxmlformats.org/officeDocument/2006/relationships/image" Target="../media/image-10-6.png"/><Relationship Id="rId7" Type="http://schemas.openxmlformats.org/officeDocument/2006/relationships/video" Target="../media/media-10-7.mp4"/><Relationship Id="rId8" Type="http://schemas.microsoft.com/office/2007/relationships/media" Target="../media/media-10-7.mp4"/><Relationship Id="rId9" Type="http://schemas.openxmlformats.org/officeDocument/2006/relationships/image" Target="../media/image-10-9.png"/><Relationship Id="rId10" Type="http://schemas.openxmlformats.org/officeDocument/2006/relationships/video" Target="../media/media-10-10.mp4"/><Relationship Id="rId11" Type="http://schemas.microsoft.com/office/2007/relationships/media" Target="../media/media-10-10.mp4"/><Relationship Id="rId12" Type="http://schemas.openxmlformats.org/officeDocument/2006/relationships/image" Target="../media/image-10-12.png"/><Relationship Id="rId13" Type="http://schemas.openxmlformats.org/officeDocument/2006/relationships/video" Target="../media/media-10-13.mp4"/><Relationship Id="rId14" Type="http://schemas.microsoft.com/office/2007/relationships/media" Target="../media/media-10-13.mp4"/><Relationship Id="rId15" Type="http://schemas.openxmlformats.org/officeDocument/2006/relationships/image" Target="../media/image-10-15.png"/><Relationship Id="rId16" Type="http://schemas.openxmlformats.org/officeDocument/2006/relationships/video" Target="../media/media-10-16.mp4"/><Relationship Id="rId17" Type="http://schemas.microsoft.com/office/2007/relationships/media" Target="../media/media-10-16.mp4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@anastazia/video/7641999391238278422" TargetMode="External"/><Relationship Id="rId2" Type="http://schemas.openxmlformats.org/officeDocument/2006/relationships/hyperlink" Target="https://www.tiktok.com/@msjsmn3/video/7651669380715023630" TargetMode="External"/><Relationship Id="rId3" Type="http://schemas.openxmlformats.org/officeDocument/2006/relationships/hyperlink" Target="https://www.tiktok.com/en/trending/detail/future-child-filter" TargetMode="External"/><Relationship Id="rId4" Type="http://schemas.openxmlformats.org/officeDocument/2006/relationships/hyperlink" Target="https://www.tiktok.com/@thewilliamsfam_/video/7593576912857861406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840480" cy="3840480"/>
          </a:xfrm>
          <a:prstGeom prst="ellipse">
            <a:avLst/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· 24/09/2026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New Trend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 Training Season · 2 app mới · 10 video creative thật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creative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điều cần nhớ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Đọc slide này là nắm được toàn bộ nội dung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3520440" cy="685800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 đang hot lại nhờ trend manifest &amp; nhảy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Format: trước → beat drop → phiên bản xịn hơn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Hợp nhất với app AI Filter / AI Face Swap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Làm creative face swap theo nhạc này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920240"/>
            <a:ext cx="352044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8K install/ngày, dẫn đầu ngách "AI health"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phim ngắn AI kịch tính + quét mặt ra chỉ số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0" y="461772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Rủi ro cao: claim đo đường huyết bằng quét mặt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Học cách kể chuyện, bỏ claim y khoa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4672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1920240"/>
            <a:ext cx="3520440" cy="685800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321040" y="288036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16K install/ngày, tăng gấp 3 trong 2 tuần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321040" y="374904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"test thai bằng vân tay" + thai nhi 3D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461772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Rủi ro cao: claim test thai sai sự thật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Học hook "mình có thai không?"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Nhạc nền hot cho video biến hình → hợp nhất với app AI Filter / AI Face Swap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là gì?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8775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hát sống lại nhờ trend "manifest" và trend nhảy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7647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quay "trước" bình thường → beat drop → phiên bản "xịn" hơn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02920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6519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sẵn vũ đạo dễ bắt chước, nhiều video hướng dẫn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3977640" cy="4526280"/>
          </a:xfrm>
          <a:prstGeom prst="roundRect">
            <a:avLst>
              <a:gd name="adj" fmla="val 2759"/>
            </a:avLst>
          </a:prstGeom>
          <a:solidFill>
            <a:srgbClr val="EEEBFF"/>
          </a:solidFill>
          <a:ln w="6350">
            <a:solidFill>
              <a:srgbClr val="EEE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dụng: AI Filter / Face Swap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265176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72491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 swap vào vũ đạo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1 selfie → mặt mình trên video nhảy Training Season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91363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theo beat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thường → beat drop → AI filter "main character"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02920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510235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nhân vật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Đổi sang nhân vật AI phong cách idol — không dùng mặt người nổi tiếng thật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1920240"/>
            <a:ext cx="3090672" cy="4526280"/>
          </a:xfrm>
          <a:prstGeom prst="roundRect">
            <a:avLst>
              <a:gd name="adj" fmla="val 355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78240" y="260604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26060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Nhạc gốc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78240" y="313639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0" y="313639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tag/trainingseas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#trainingseason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78240" y="3666744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0" y="366674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discover/dua-lipa-training-season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Training Season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78240" y="4197096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78240" y="41970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discover/dua-lipa-training-season-manifest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manifest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78240" y="4727448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47274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https://www.tiktok.com/discover/training-season-dua-lipa-dance-tutor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Hướng dẫn nhảy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778240" y="525780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78240" y="52578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https://www.tiktok.com/@mg8114158/video/763012629985975015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Mẫu: face swap dance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778240" y="578815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78240" y="57881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https://www.tiktok.com/discover/face-swap-fil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Face swap filter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624328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Mới ra 3 tháng nhưng đã dẫn đầu ngách "AI health" với 8K install/ngày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814255" y="38404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14255" y="384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Chưa có trong 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69494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0" descr="/tmp/claude-0/-home-user-Aiquyen-github-io/04815c5d-b8ea-5176-a2d9-19e6c7f56abf/scratchpad/v3/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38528"/>
            <a:ext cx="6766560" cy="34381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8745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725K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Tổng install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784080" y="18745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6696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8K/ngày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~500K install/tháng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0" y="2898648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2990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4.3 ★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3447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1K lượt đánh giá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784080" y="2898648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66960" y="2990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18/06/2026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966960" y="3447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Ngày ra mắt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0" y="397764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4041648"/>
            <a:ext cx="35661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user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trung niên – cao tuổi muốn theo dõi huyết áp, đường huyết mỗi ngày; con cái chăm sóc bố mẹ.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chính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Đo nhịp tim bằng camera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8892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89864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3892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 &amp; nước uống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26948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7920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Lịch sử chỉ số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50976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61948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phải thiết bị y tế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624328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trường: ngách "AI health"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nhỏ nhưng app này chiếm ~25% tổng install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9494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9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38528"/>
            <a:ext cx="6766560" cy="32918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349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AppstoreSpy · Google Play · 24/09/2026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0" y="18745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đang live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784080" y="18745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96696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76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96696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bị gỡ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0" y="2898648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55280" y="2990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32K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3447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Install/ngày cả ngách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784080" y="2898648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66960" y="2990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$60K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9966960" y="3447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thu/tháng cả ngách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0" y="3977640"/>
            <a:ext cx="3886200" cy="868680"/>
          </a:xfrm>
          <a:prstGeom prst="roundRect">
            <a:avLst>
              <a:gd name="adj" fmla="val 1263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4023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IAP (mua trong app)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Kênh đề xuất: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· Google · TikTok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760720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6126480" y="5760720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26480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4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56875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Đang đẩy quảng cáo theo đợt: install/ngày có 2 đỉnh ~27K (cuối T8) và ~25K (13/9).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6875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đã có 2 app cùng ngách huyết áp (dòng 49 và 277) — nên so sánh trước khi chốt.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49834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76 app bị gỡ: ngách sức khỏe rất dễ vi phạm chính sách nếu claim đo huyết áp / đường huyết.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624328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thật đang chạy (4 video)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Bấm vào video để xem trực tiếp trong slide · thẻ đỏ = tên app ở cuối video khác với app đang research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615288" y="1828800"/>
            <a:ext cx="1965960" cy="3495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69568" y="539699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Skit AI: bảo vệ trường quét mặt bé gái → đường huyết thấp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569568" y="5945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Tây Ban Nha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615288" y="6201664"/>
            <a:ext cx="1965960" cy="384048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61008" y="62016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Cuối video: VitalScan</a:t>
            </a:r>
            <a:endParaRPr lang="en-US" sz="8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47008" y="1828800"/>
            <a:ext cx="1965960" cy="3495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01288" y="539699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Skit AI: cảnh sát tưởng say rượu → hóa ra hạ đường huyết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901288" y="5945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Anh + TBN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947008" y="6201664"/>
            <a:ext cx="1965960" cy="384048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992728" y="62016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Cuối video: Calmia</a:t>
            </a:r>
            <a:endParaRPr lang="en-US" sz="8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78728" y="1828800"/>
            <a:ext cx="1965960" cy="3495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33008" y="539699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"Bác sĩ": cơm, bánh mì, pizza đều là đường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233008" y="5945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32s · Tiếng Anh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78728" y="6201664"/>
            <a:ext cx="1965960" cy="384048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324448" y="62016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Cuối video: Heartwell</a:t>
            </a:r>
            <a:endParaRPr lang="en-US" sz="8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610448" y="1828800"/>
            <a:ext cx="1965960" cy="3495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564728" y="539699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UGC: "Ngứa do bệnh gan!!" → quét mặt check gan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8564728" y="5945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47s · Tiếng Anh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8610448" y="6201664"/>
            <a:ext cx="1965960" cy="384048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656168" y="62016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Cuối video: app Life Care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624328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học gì, tránh gì, làm gì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4/4 video kể chuyện rất cuốn nhưng đều claim quét mặt đo được đường huyết / gan — không nên copy phần claim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Công thức chung của các video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1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Hook kịch tính: tình huống cấp cứu / "bác sĩ"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65806" y="23957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12694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49854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2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Quét mặt bằng điện thoại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29861" y="23957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76749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3909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3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Hiện số: đường huyết 52–55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093915" y="23957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340803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77963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4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3 bước: mở app – nhìn camera – xem kết quả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357970" y="23957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604858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42018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5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 card + App Store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Nên học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9319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 kịch tính, xem như drama — giữ chân tốt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3 bước rất dễ hiểu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Làm nhiều ngôn ngữ (Anh, Tây Ban Nha)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Sản xuất bằng AI nên rẻ và nhanh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4256" y="34290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2856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Cần tránh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62856" y="39319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Claim quét mặt đo đường huyết / gan — sai sự thật, dễ bị từ chối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Nhân vật "bác sĩ" có thể là người thật bị deepfake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Tên app cuối video (VitalScan, Calmia, Heartwell) khác AI Health Tracker → cần kiểm tra lại nguồn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19872" y="34290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48472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Concept đề xuất theo trend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48472" y="39502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 30 ngày sống khỏe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tag/septemberchallen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Trend: #SeptemberChallenge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48472" y="4572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/ After 1 tháng 10K bước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discover/10k-steps-a-day-with-just-water-for-a-month-resul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Trend: 10K bước · 1 tháng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48472" y="51937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Nhảy đôi cùng mẹ rồi đo nhịp tim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@joelle.peschl/video/761867921648520732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Trend: What's My Name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48472" y="58155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Bị véo má vì quên uống nước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@user4841088481780/video/767794774062139317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Trend: Pinch filter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016252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0162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Bản của Insumos XP: 16K install/ngày, tăng gấp ~3 lần trong 2 tuần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74175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74175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Chưa có bản Insumos XP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69494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0" descr="/tmp/claude-0/-home-user-Aiquyen-github-io/04815c5d-b8ea-5176-a2d9-19e6c7f56abf/scratchpad/v3/8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38528"/>
            <a:ext cx="6766560" cy="34381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8745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3M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Tổng install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784080" y="18745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6696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16K/ngày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Tăng từ ~5K (06/09)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0" y="2898648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2990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Ads + IAP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3447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 2 nguồn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784080" y="2898648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66960" y="2990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13/02/2026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966960" y="3447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Ngày ra mắt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0" y="397764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4041648"/>
            <a:ext cx="35661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user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(nhất là lần đầu) muốn theo dõi bé từng tuần; bố và người thân.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chính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thai theo tuần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8892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89864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cử động thai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3892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thai nhi 2D / 3D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26948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7920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509760" y="594360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619488" y="59436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tên cho bé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016252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0162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trường: ngách "Pregnancy Tracker"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rất lớn (4M install/tháng) nhưng doanh thu thấp → kiếm tiền chủ yếu bằng quảng cáo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9494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7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38528"/>
            <a:ext cx="6766560" cy="32918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349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AppstoreSpy · Google Play · 24/09/2026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0" y="18745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206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đang live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784080" y="187452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96696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237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96696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bị gỡ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0" y="2898648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55280" y="2990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213K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3447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Install/ngày cả ngách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784080" y="2898648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66960" y="2990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$40K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9966960" y="3447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thu/tháng cả ngách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0" y="3977640"/>
            <a:ext cx="3886200" cy="868680"/>
          </a:xfrm>
          <a:prstGeom prst="roundRect">
            <a:avLst>
              <a:gd name="adj" fmla="val 1263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4023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Ads + IAP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Kênh đề xuất: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· Google · TikTok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760720"/>
            <a:ext cx="365760" cy="36576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6126480" y="5760720"/>
            <a:ext cx="365760" cy="365760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26480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4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56875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Nhiều app ra mắt 2026 đạt 11–16K install/ngày → dễ làm, nhưng cạnh tranh cao.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6875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đã có bản cùng tên của Tools for Everyday (dòng 281) — nên so sánh 2 bản.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49834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237 app bị gỡ — hơn một nửa ngách. Rủi ro chính sách rất cao.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016252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0162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thật đang chạy (6 video)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Bấm vào video để xem trực tiếp trong slide · thẻ đỏ = tên app ở cuối video khác với app đang research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72872" y="1828800"/>
            <a:ext cx="1673352" cy="29748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27152" y="4876800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"Dấu hiệu có thai tuần 1"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27152" y="542544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40s · Anh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2872" y="5681472"/>
            <a:ext cx="1673352" cy="384048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592" y="56814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Cuối: Blood Sugar Care</a:t>
            </a:r>
            <a:endParaRPr lang="en-US" sz="8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447392" y="1828800"/>
            <a:ext cx="1673352" cy="29748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1672" y="4876800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Mẹ bầu áp điện thoại lên bụng nghe tim thai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2401672" y="542544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15s · UGC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447392" y="5681472"/>
            <a:ext cx="1673352" cy="384048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493112" y="56814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Cuối: Pregnancy Tracker &amp; Calculator</a:t>
            </a:r>
            <a:endParaRPr lang="en-US" sz="8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21912" y="1828800"/>
            <a:ext cx="1673352" cy="29748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76192" y="4876800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Meme khóc: "chờ quá lâu là thế này"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276192" y="542544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Anh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321912" y="5681472"/>
            <a:ext cx="1673352" cy="384048"/>
          </a:xfrm>
          <a:prstGeom prst="roundRect">
            <a:avLst>
              <a:gd name="adj" fmla="val 28571"/>
            </a:avLst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367632" y="56814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Cuối: đúng app</a:t>
            </a:r>
            <a:endParaRPr lang="en-US" sz="8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96432" y="1828800"/>
            <a:ext cx="1673352" cy="29748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150712" y="4876800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"10 DPO – vạch mờ hay bóng?"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6150712" y="542544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19s · Anh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196432" y="5681472"/>
            <a:ext cx="1673352" cy="384048"/>
          </a:xfrm>
          <a:prstGeom prst="roundRect">
            <a:avLst>
              <a:gd name="adj" fmla="val 28571"/>
            </a:avLst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242152" y="56814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Cuối: đúng app</a:t>
            </a:r>
            <a:endParaRPr lang="en-US" sz="850" dirty="0"/>
          </a:p>
        </p:txBody>
      </p:sp>
      <p:pic>
        <p:nvPicPr>
          <p:cNvPr id="15" name="Media 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070952" y="1828800"/>
            <a:ext cx="1673352" cy="29748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025232" y="4876800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Phôi thai trên tay + "test thai online"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8025232" y="542544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33s · Tây Ban Nha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70952" y="5681472"/>
            <a:ext cx="1673352" cy="384048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116672" y="56814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Cuối: Pregnancy Tracker &amp; Calculator</a:t>
            </a:r>
            <a:endParaRPr lang="en-US" sz="850" dirty="0"/>
          </a:p>
        </p:txBody>
      </p:sp>
      <p:pic>
        <p:nvPicPr>
          <p:cNvPr id="18" name="Media 5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945472" y="1828800"/>
            <a:ext cx="1673352" cy="297484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899752" y="4876800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Song sinh AI: "Có tin vui chưa?"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9899752" y="542544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50s · Anh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9945472" y="5681472"/>
            <a:ext cx="1673352" cy="384048"/>
          </a:xfrm>
          <a:prstGeom prst="roundRect">
            <a:avLst>
              <a:gd name="adj" fmla="val 28571"/>
            </a:avLst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9991192" y="5681472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Cuối: đúng app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016252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0162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Creative: học gì, tránh gì, làm gì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Hook đánh đúng nỗi lo "mình có thai không?" — nhưng 4/6 video dùng claim "test thai bằng vân tay"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Công thức chung của các video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1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Hook: dấu hiệu có thai / que thử mờ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65806" y="23957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12694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49854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2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dẫn AI giải thích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29861" y="23957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76749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3909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3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"Test thai bằng vân tay"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093915" y="23957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340803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77963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4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"You're having a baby!"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357970" y="23957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604858" y="2240280"/>
            <a:ext cx="2035454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42018" y="2286000"/>
            <a:ext cx="17611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5</a:t>
            </a:r>
            <a:endParaRPr lang="en-US" sz="10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Thai nhi 3D + end card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Nên học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9319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Hook đúng nỗi lo lớn nhất: "mình có thai không?"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thai nhi 3D gây tò mò, dừng lướt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UGC ngắn 15s (nghe tim thai) vẫn rất tự nhiên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bản Anh, Tây Ban Nha, Indonesia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4256" y="34290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2856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Cần tránh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62856" y="39319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"Test thai bằng vân tay" là claim sai → dễ bị gỡ quảng cáo, review 1★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5 dùng footage của app khác (WeMoms)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3/6 video có tên app cuối video khác (Blood Sugar Care, Pregnancy Tracker &amp; Calculator)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19872" y="34290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48472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Concept đề xuất theo trend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48472" y="39502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Búng tay nhảy từng tuần thai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@anastazia/video/764199939123827842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Trend: Addams Family bump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48472" y="4572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sticker bụng bầu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@msjsmn3/video/765166938071502363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Trend: Bump sticker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48472" y="51937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Đoán mặt con → xem bé tuần này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en/trending/detail/future-child-fil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Trend: Future child filter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48472" y="58155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Bé "nhảy" trong bụng → đếm cử động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@thewilliamsfam_/video/759357691285786140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Trend: AI Baby Dance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188720"/>
            <a:ext cx="3200400" cy="320040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219456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 bấm được ở slide trend · video phát trực tiếp trong slide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 &amp; New Trend – 24/09/2026</dc:title>
  <dc:subject>PptxGenJS Presentation</dc:subject>
  <dc:creator>PptxGenJS</dc:creator>
  <cp:lastModifiedBy>PptxGenJS</cp:lastModifiedBy>
  <cp:revision>1</cp:revision>
  <dcterms:created xsi:type="dcterms:W3CDTF">2026-09-24T16:04:07Z</dcterms:created>
  <dcterms:modified xsi:type="dcterms:W3CDTF">2026-09-24T16:04:07Z</dcterms:modified>
</cp:coreProperties>
</file>