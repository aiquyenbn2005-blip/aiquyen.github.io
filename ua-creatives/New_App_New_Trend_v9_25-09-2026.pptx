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hyperlink" Target="https://www.tiktok.com/tag/trainingseason" TargetMode="External"/><Relationship Id="rId3" Type="http://schemas.openxmlformats.org/officeDocument/2006/relationships/hyperlink" Target="https://www.tiktok.com/discover/dua-lipa-training-season-trend" TargetMode="External"/><Relationship Id="rId4" Type="http://schemas.openxmlformats.org/officeDocument/2006/relationships/hyperlink" Target="https://www.tiktok.com/discover/dua-lipa-training-season-manifest-trend" TargetMode="External"/><Relationship Id="rId5" Type="http://schemas.openxmlformats.org/officeDocument/2006/relationships/hyperlink" Target="https://www.tiktok.com/discover/training-season-dua-lipa-dance-tutorial" TargetMode="External"/><Relationship Id="rId6" Type="http://schemas.openxmlformats.org/officeDocument/2006/relationships/hyperlink" Target="https://www.tiktok.com/@mg8114158/video/7630126299859750158" TargetMode="External"/><Relationship Id="rId7" Type="http://schemas.openxmlformats.org/officeDocument/2006/relationships/hyperlink" Target="https://www.tiktok.com/discover/face-swap-filter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video" Target="../media/media-6-4.mp4"/><Relationship Id="rId5" Type="http://schemas.microsoft.com/office/2007/relationships/media" Target="../media/media-6-4.mp4"/><Relationship Id="rId6" Type="http://schemas.openxmlformats.org/officeDocument/2006/relationships/image" Target="../media/image-6-6.png"/><Relationship Id="rId7" Type="http://schemas.openxmlformats.org/officeDocument/2006/relationships/video" Target="../media/media-6-7.mp4"/><Relationship Id="rId8" Type="http://schemas.microsoft.com/office/2007/relationships/media" Target="../media/media-6-7.mp4"/><Relationship Id="rId9" Type="http://schemas.openxmlformats.org/officeDocument/2006/relationships/image" Target="../media/image-6-9.png"/><Relationship Id="rId10" Type="http://schemas.openxmlformats.org/officeDocument/2006/relationships/video" Target="../media/media-6-10.mp4"/><Relationship Id="rId11" Type="http://schemas.microsoft.com/office/2007/relationships/media" Target="../media/media-6-10.mp4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video" Target="../media/media-10-4.mp4"/><Relationship Id="rId5" Type="http://schemas.microsoft.com/office/2007/relationships/media" Target="../media/media-10-4.mp4"/><Relationship Id="rId6" Type="http://schemas.openxmlformats.org/officeDocument/2006/relationships/image" Target="../media/image-10-6.png"/><Relationship Id="rId7" Type="http://schemas.openxmlformats.org/officeDocument/2006/relationships/video" Target="../media/media-10-7.mp4"/><Relationship Id="rId8" Type="http://schemas.microsoft.com/office/2007/relationships/media" Target="../media/media-10-7.mp4"/><Relationship Id="rId9" Type="http://schemas.openxmlformats.org/officeDocument/2006/relationships/image" Target="../media/image-10-9.png"/><Relationship Id="rId10" Type="http://schemas.openxmlformats.org/officeDocument/2006/relationships/video" Target="../media/media-10-10.mp4"/><Relationship Id="rId11" Type="http://schemas.microsoft.com/office/2007/relationships/media" Target="../media/media-10-10.mp4"/><Relationship Id="rId12" Type="http://schemas.openxmlformats.org/officeDocument/2006/relationships/image" Target="../media/image-10-12.png"/><Relationship Id="rId13" Type="http://schemas.openxmlformats.org/officeDocument/2006/relationships/video" Target="../media/media-10-13.mp4"/><Relationship Id="rId14" Type="http://schemas.microsoft.com/office/2007/relationships/media" Target="../media/media-10-13.mp4"/><Relationship Id="rId15" Type="http://schemas.openxmlformats.org/officeDocument/2006/relationships/image" Target="../media/image-10-15.png"/><Relationship Id="rId16" Type="http://schemas.openxmlformats.org/officeDocument/2006/relationships/video" Target="../media/media-10-16.mp4"/><Relationship Id="rId17" Type="http://schemas.microsoft.com/office/2007/relationships/media" Target="../media/media-10-16.mp4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iktok.com/music/Training-Season-732797326028554444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· 24/09/2026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New Trend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 Training Season · Phân tích 2 app mới · Đề xuất lựa chọn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4983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Dữ kiện chính của từng phần — chi tiết và nguồn ở các slide sau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20440" cy="68580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Lipa: trend manifest &amp; nhảy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Format: trước → beat drop → phiên bản mới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Phù hợp app AI Filter / AI Face Swap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Gợi ý creative biến hình theo nhạc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920240"/>
            <a:ext cx="352044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&amp; theo dõi huyết áp, đường huyết, nhịp tim, bước chân, nước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06/2026, ~8K install/ngày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461772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IAP · ngách ~32K install/ngày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Dùng hằng ngày, ngách nhỏ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19202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1920240"/>
            <a:ext cx="3520440" cy="685800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21040" y="288036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81635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kỳ theo tuần, hình bé 2D/3D, kick counter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21040" y="374904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3685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02/2026, ~16K install/ngày, đang tăng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4617720"/>
            <a:ext cx="384048" cy="384048"/>
          </a:xfrm>
          <a:prstGeom prst="ellipse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45537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ads + IAP · ngách ~213K install/ngày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321040" y="5577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Ngách lớn, cạnh tranh cao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NHẠC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"Training Season" – Dua Lipa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Nhạc nền hot cho video biến hình → hợp nhất với app AI Filter / AI Face Swap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là gì?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8775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Bài hát sống lại nhờ trend "manifest" và trend nhảy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7647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dùng quay "trước" bình thường → beat drop → phiên bản "xịn" hơn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6519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sẵn vũ đạo dễ bắt chước, nhiều video hướng dẫn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3977640" cy="4526280"/>
          </a:xfrm>
          <a:prstGeom prst="roundRect">
            <a:avLst>
              <a:gd name="adj" fmla="val 2759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dụng: AI Filter / Face Swap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265176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72491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 swap vào vũ đạo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1 selfie → mặt mình trên video nhảy Training Season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91363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theo beat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Ảnh thường → beat drop → AI filter "main character"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029200"/>
            <a:ext cx="35204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5102352"/>
            <a:ext cx="3200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nhân vật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Đổi sang nhân vật AI phong cách idol — không dùng mặt người nổi tiếng thật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920240"/>
            <a:ext cx="3090672" cy="4526280"/>
          </a:xfrm>
          <a:prstGeom prst="roundRect">
            <a:avLst>
              <a:gd name="adj" fmla="val 355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260604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26060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Nhạc gốc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313639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313639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tag/trainingseas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#trainingseason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666744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78240" y="366674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dua-lipa-training-season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Training Season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4197096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4197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discover/dua-lipa-training-season-manifest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Trend manifest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78240" y="4727448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47274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training-season-dua-lipa-dance-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Hướng dẫn nhảy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778240" y="52578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78240" y="525780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mg8114158/video/763012629985975015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Mẫu: face swap dance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78240" y="5788152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78240" y="57881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face-swap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Face swap filter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ghi nhận &amp; theo dõi chỉ số sức khỏe hằng ngày, ra mắt tháng 6/2026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417320"/>
          </a:xfrm>
          <a:prstGeom prst="roundRect">
            <a:avLst>
              <a:gd name="adj" fmla="val 7742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56232"/>
            <a:ext cx="3886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tả trên Google Play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"Track heart rate, steps, water &amp; log vitals. Your daily wellness companion."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Theo dõi nhịp tim, bước chân, nước uống và ghi các chỉ số sức khỏe.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3310128"/>
            <a:ext cx="4233672" cy="1883664"/>
          </a:xfrm>
          <a:prstGeom prst="roundRect">
            <a:avLst>
              <a:gd name="adj" fmla="val 582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38328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Thông tin cơ bản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Nhà phát triển: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Superstring Tools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Danh mục: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&amp; Fitness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/ cập nhật: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18/06/2026 · 17/09/2026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Đánh giá: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4.3★ · 1K lượt · 35 review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IAP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(theo mô tả store)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 (nhập tay)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Ước tính nhịp tim bằng camera + flash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chân, mục tiêu nước uống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xu hướng, bài viết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8536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EEF8F1"/>
          </a:solidFill>
          <a:ln w="6350">
            <a:solidFill>
              <a:srgbClr val="EEF8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71416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mạnh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Gom nhiều chỉ số trong 1 app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nhãn ngữ cảnh cho đường huyết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rõ không phải thiết bị y tế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tăng nhanh sau ra mắt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28432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EF6E7"/>
          </a:solidFill>
          <a:ln w="6350">
            <a:solidFill>
              <a:srgbClr val="FEF6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11312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Hạn chế / chưa rõ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Huyết áp / đường huyết cần máy đo riêng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Nhịp tim qua camera chỉ để tham khảo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Ít review → khó đánh giá trải nghiệm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mới, chưa rõ giữ chân dài hạn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Google Play (mô tả app) · AppstoreSpy (crawl 24/09/2026)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88493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884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"AI health" – Google Play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nhỏ nhưng app này đang chiếm phần lớn install mới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7370064" cy="3348863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7223760" cy="320255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259959"/>
            <a:ext cx="1746504" cy="1232281"/>
          </a:xfrm>
          <a:prstGeom prst="roundRect">
            <a:avLst>
              <a:gd name="adj" fmla="val 890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351399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190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854319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đang live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23160" y="5259959"/>
            <a:ext cx="1746504" cy="1232281"/>
          </a:xfrm>
          <a:prstGeom prst="roundRect">
            <a:avLst>
              <a:gd name="adj" fmla="val 890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5351399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5854319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bị gỡ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5259959"/>
            <a:ext cx="1746504" cy="1232281"/>
          </a:xfrm>
          <a:prstGeom prst="roundRect">
            <a:avLst>
              <a:gd name="adj" fmla="val 890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80560" y="5351399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32K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5854319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/ ngày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5259959"/>
            <a:ext cx="1746504" cy="1232281"/>
          </a:xfrm>
          <a:prstGeom prst="roundRect">
            <a:avLst>
              <a:gd name="adj" fmla="val 8904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5080" y="5351399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$60K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5854319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/ tháng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92440" y="1755648"/>
            <a:ext cx="3547872" cy="1463040"/>
          </a:xfrm>
          <a:prstGeom prst="roundRect">
            <a:avLst>
              <a:gd name="adj" fmla="val 750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1810512"/>
            <a:ext cx="32004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MONETIZATION</a:t>
            </a:r>
            <a:endParaRPr lang="en-US" sz="105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IAP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NETWORK (ĐỀ XUẤT)</a:t>
            </a:r>
            <a:endParaRPr lang="en-US" sz="10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Google UAC · TikTok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92440" y="3355848"/>
            <a:ext cx="3547872" cy="3136392"/>
          </a:xfrm>
          <a:prstGeom prst="roundRect">
            <a:avLst>
              <a:gd name="adj" fmla="val 349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75320" y="3447288"/>
            <a:ext cx="3246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Dẫn đầu ngách: 8K/ngày ≈ 25% tổng install ngách.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500K install/tháng chỉ sau 3 tháng → đang đẩy UA mạnh.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đỉnh ~27K và ~25K install/ngày (cuối T8, 13/9) → chạy UA theo đợt.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Rủi ro policy: không claim đo huyết áp / đường huyết bằng điện thoại.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đã có 2 app cùng ngách BP (dòng 49, 277).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AppstoreSpy · Google Play · dữ liệu crawl 24/09/2026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đang chạy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video thu thập được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98168" y="1783080"/>
            <a:ext cx="1874520" cy="3332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9816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9816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75244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Bảo vệ trường &amp; bé gái bị hạ đường huyết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75244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Tây Ban Nha</a:t>
            </a:r>
            <a:endParaRPr lang="en-US" sz="8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038448" y="1783080"/>
            <a:ext cx="1874520" cy="3332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3844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03844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99272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Cảnh sát chặn xe, tài xế hạ đường huyết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399272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Anh + TBN</a:t>
            </a:r>
            <a:endParaRPr lang="en-US" sz="8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78728" y="1783080"/>
            <a:ext cx="1874520" cy="3332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872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27872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23300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"Cơm, bánh mì, pizza đều là đường"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623300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32s · Tiếng Anh</a:t>
            </a:r>
            <a:endParaRPr lang="en-US" sz="8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519008" y="1783080"/>
            <a:ext cx="1874520" cy="33324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519008" y="518871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519008" y="5188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kể chuyện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473288" y="5508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lớn tuổi kể chuyện sức khỏe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8473288" y="5938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47s · Tiếng Anh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 sát: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 4 video dùng quét mặt để hiện chỉ số; 3/4 là tiếng Anh/Tây Ban Nha. Tên app ở cuối video khác nhau (VitalScan, Calmia, Heartwell, Life Care) — cần xác minh nguồn.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1 · HEALTH &amp; FITNESS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Nhận định &amp; đề xuất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dưới là nhận định của team, dựa trên dữ kiện ở các slide trước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làm app tương tự, hướng định vị: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sổ tay sức khỏe gia đình — ghi lại, theo dõi xu hướng, chia sẻ với người thân.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huyết áp, đường huyết, nhịp tim + nhãn ngữ cảnh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tuần / tháng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 chân &amp; nước uống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nhở hằng ngày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chữ lớn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 có thể tạo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sẻ với người thân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Xuất báo cáo PDF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Tóm tắt tuần bằng AI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Truyền thông rõ: app để ghi lại &amp; theo dõi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743200"/>
            <a:ext cx="3557016" cy="3749040"/>
          </a:xfrm>
          <a:prstGeom prst="roundRect">
            <a:avLst>
              <a:gd name="adj" fmla="val 3085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32461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sức khỏe theo nhạc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40233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gia đình: con cài app cho bố mẹ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Dựa trên format phim ngắn đang chạy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4800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Chuyên gia chia sẻ mẹo ăn uống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Talking-head ngắn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5577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3 bước: mở app – ghi – xem xu hướng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 recording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theo dõi thai kỳ theo tuần (bản của Insumos XP), ra mắt tháng 2/2026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6638544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4922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01368"/>
            <a:ext cx="4233672" cy="1417320"/>
          </a:xfrm>
          <a:prstGeom prst="roundRect">
            <a:avLst>
              <a:gd name="adj" fmla="val 7742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856232"/>
            <a:ext cx="3886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tả trên Google Play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"Pregnancy Tracker &amp; Kick Counter helps you track your baby's daily growth easily."
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Theo dõi thai kỳ và đếm cử động thai, xem bé phát triển mỗi ngày.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3310128"/>
            <a:ext cx="4233672" cy="1883664"/>
          </a:xfrm>
          <a:prstGeom prst="roundRect">
            <a:avLst>
              <a:gd name="adj" fmla="val 5825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38328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Thông tin cơ bản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Nhà phát triển: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Insumos XP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Danh mục: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Parenting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/ cập nhật: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13/02/2026 · 22/07/2026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Trạng thái: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access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tiền: 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quảng cáo + IAP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(theo mô tả store)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kỳ theo tuần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thai nhi 2D / 3D mỗi tuần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cử động thai (kick counter)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sinh, gợi ý tên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8536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EEF8F1"/>
          </a:solidFill>
          <a:ln w="6350">
            <a:solidFill>
              <a:srgbClr val="EEF8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71416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mạnh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Đủ tính năng cốt lõi của 1 app thai kỳ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theo tuần → lý do quay lại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tăng mạnh trong tháng 9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 từ 2 nguồn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28432" y="5349240"/>
            <a:ext cx="3611880" cy="1207008"/>
          </a:xfrm>
          <a:prstGeom prst="roundRect">
            <a:avLst>
              <a:gd name="adj" fmla="val 9091"/>
            </a:avLst>
          </a:prstGeom>
          <a:solidFill>
            <a:srgbClr val="FEF6E7"/>
          </a:solidFill>
          <a:ln w="6350">
            <a:solidFill>
              <a:srgbClr val="FEF6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11312" y="544068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Hạn chế / chưa rõ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giống nhiều đối thủ lớn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Vẫn ở Early access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Mô tả chưa nêu đếm cơn gò, cân nặng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cập nhật từ 22/07/2026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Google Play (mô tả app) · AppstoreSpy (crawl 24/09/2026)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"Pregnancy Tracker" – Google Play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lớn, nhiều người chơi — cả app lâu năm và app mới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7370064" cy="3473036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tmp/claude-0/-home-user-Aiquyen-github-io/04815c5d-b8ea-5176-a2d9-19e6c7f56abf/scratchpad/v3/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7223760" cy="33267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5384132"/>
            <a:ext cx="1746504" cy="1108108"/>
          </a:xfrm>
          <a:prstGeom prst="roundRect">
            <a:avLst>
              <a:gd name="adj" fmla="val 990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4755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206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9784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đang live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23160" y="5384132"/>
            <a:ext cx="1746504" cy="1108108"/>
          </a:xfrm>
          <a:prstGeom prst="roundRect">
            <a:avLst>
              <a:gd name="adj" fmla="val 990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54755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237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59784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bị gỡ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5384132"/>
            <a:ext cx="1746504" cy="1108108"/>
          </a:xfrm>
          <a:prstGeom prst="roundRect">
            <a:avLst>
              <a:gd name="adj" fmla="val 990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80560" y="54755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213K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59784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/ ngày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5384132"/>
            <a:ext cx="1746504" cy="1108108"/>
          </a:xfrm>
          <a:prstGeom prst="roundRect">
            <a:avLst>
              <a:gd name="adj" fmla="val 9902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5080" y="547557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$40K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59784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/ tháng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92440" y="1755648"/>
            <a:ext cx="3547872" cy="1463040"/>
          </a:xfrm>
          <a:prstGeom prst="roundRect">
            <a:avLst>
              <a:gd name="adj" fmla="val 750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1810512"/>
            <a:ext cx="32004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MONETIZATION</a:t>
            </a:r>
            <a:endParaRPr lang="en-US" sz="105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IAA + IAP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NETWORK (ĐỀ XUẤT)</a:t>
            </a:r>
            <a:endParaRPr lang="en-US" sz="10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Google UAC · TikTok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92440" y="3355848"/>
            <a:ext cx="3547872" cy="3136392"/>
          </a:xfrm>
          <a:prstGeom prst="roundRect">
            <a:avLst>
              <a:gd name="adj" fmla="val 3499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75320" y="3447288"/>
            <a:ext cx="3246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4M install/tháng nhưng doanh thu chỉ ~$40K → ngách kiếm tiền bằng ads.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ra 2026 đạt 11–16K/ngày → dễ clone, cạnh tranh cao.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Insumos XP tăng từ ~5K (06/09) lên ~16K/ngày (22/09) → đang scale.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đã có bản cùng tên của Tools for Everyday (dòng 281) — nên so sánh.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6019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Nguồn: AppstoreSpy · Google Play · dữ liệu crawl 24/09/2026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đang chạy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video thu thập được · bấm vào video để xem trực tiếp trong slide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55168" y="1783080"/>
            <a:ext cx="164592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5168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5168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Dấu hiệu có thai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09448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"Dấu hiệu có thai tuần 1"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09448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40s · Tiếng Anh</a:t>
            </a:r>
            <a:endParaRPr lang="en-US" sz="85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02256" y="1783080"/>
            <a:ext cx="1645920" cy="2926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02256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502256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2456536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Áp điện thoại lên bụng nghe bé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456536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15s · UGC</a:t>
            </a:r>
            <a:endParaRPr lang="en-US" sz="85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49344" y="1783080"/>
            <a:ext cx="1645920" cy="29260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49344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49344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Meme cảm xúc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4303624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"Chờ quá lâu là thế này"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303624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30s · Tiếng Anh</a:t>
            </a:r>
            <a:endParaRPr lang="en-US" sz="850" dirty="0"/>
          </a:p>
        </p:txBody>
      </p:sp>
      <p:pic>
        <p:nvPicPr>
          <p:cNvPr id="12" name="Media 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96432" y="1783080"/>
            <a:ext cx="1645920" cy="29260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96432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196432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 que thử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150712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"10 DPO – vạch mờ hay bóng?"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6150712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19s · Tiếng Anh</a:t>
            </a:r>
            <a:endParaRPr lang="en-US" sz="850" dirty="0"/>
          </a:p>
        </p:txBody>
      </p:sp>
      <p:pic>
        <p:nvPicPr>
          <p:cNvPr id="15" name="Media 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043520" y="1783080"/>
            <a:ext cx="1645920" cy="292608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043520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43520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Thai nhi 3D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7997800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Phôi thai phát triển + bé 3D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7997800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33s · Tây Ban Nha</a:t>
            </a:r>
            <a:endParaRPr lang="en-US" sz="850" dirty="0"/>
          </a:p>
        </p:txBody>
      </p:sp>
      <p:pic>
        <p:nvPicPr>
          <p:cNvPr id="18" name="Media 5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890608" y="1783080"/>
            <a:ext cx="1645920" cy="29260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890608" y="478231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DE8EE"/>
          </a:solidFill>
          <a:ln w="12700">
            <a:solidFill>
              <a:srgbClr val="FDE8E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890608" y="4782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9844888" y="5102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"Có tin vui chưa?" + song sinh 3D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9844888" y="5532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50s · Tiếng Anh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2500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 sát: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4/6 video dùng "test thai bằng vân tay"; nhiều video dùng người dẫn AI + thai nhi 3D. 3/6 video có tên app khác ở cuối (Blood Sugar Care, Pregnancy Tracker &amp; Calculator) — cần xác minh nguồn.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E4577A"/>
          </a:solidFill>
          <a:ln w="12700">
            <a:solidFill>
              <a:srgbClr val="E457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2 · PARENTING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Nhận định &amp; đề xuất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dưới là nhận định của team, dựa trên dữ kiện ở các slide trước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Nếu làm app tương tự, hướng định vị: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thai kỳ theo tuần, dễ chia sẻ với gia đình.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MVP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thai + hình bé + so sánh trái cây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 &amp; đếm cơn gò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đồ sơ sinh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Gợi ý tên bé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Thẻ tuần thai để chia sẻ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743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28346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khác biệt có thể tạo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Nhật ký bụng bầu (timeline ảnh)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Chế độ cho bố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Hỏi đáp AI về thai kỳ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Nội dung đa ngôn ngữ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743200"/>
            <a:ext cx="3557016" cy="3749040"/>
          </a:xfrm>
          <a:prstGeom prst="roundRect">
            <a:avLst>
              <a:gd name="adj" fmla="val 3085"/>
            </a:avLst>
          </a:prstGeom>
          <a:solidFill>
            <a:srgbClr val="FDE8EE"/>
          </a:solidFill>
          <a:ln w="6350">
            <a:solidFill>
              <a:srgbClr val="FD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Hướng creative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32461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Glow-up bụng bầu: tuần 8 → tuần 36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https://www.tiktok.com/music/Training-Season-73279732602855444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Training Season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40233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bump theo tuần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UGC mẹ bầu thật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4800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"Bé tuần này to bằng quả gì?"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Hình thai nhi 3D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5577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Reaction bố khi xem bé 3D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Khoảnh khắc cảm xúc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sánh 2 app theo dữ kiện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Số liệu từ AppstoreSpy (24/09/2026) · Google Play · video quảng cáo thu thập được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7863840" cy="4709160"/>
          </a:xfrm>
          <a:prstGeom prst="roundRect">
            <a:avLst>
              <a:gd name="adj" fmla="val 2330"/>
            </a:avLst>
          </a:prstGeom>
          <a:solidFill>
            <a:srgbClr val="F4F6FA"/>
          </a:solidFill>
          <a:ln w="635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Tiêu chí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019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901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408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3591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Danh mục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3591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&amp; Fitness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359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8163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8163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06/2026 (~3 tháng)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28163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02/2026 (~7 tháng)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552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2735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Install/ngày của app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2735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3273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~16K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124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7307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 hướng 30 ngày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730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Tăng theo đợt, cuối T9 giảm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Tăng mạnh cuối T9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1696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1879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mô ngách (install/ngày)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41879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~32K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41879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~213K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6268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6451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Kiếm tiền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46451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IAP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4645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Quảng cáo + IAP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0840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1023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Tần suất dùng (theo tính năng)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51023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Hằng ngày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51023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Hằng tuần → hằng ngày cuối thai kỳ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55412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5595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quảng cáo quan sát được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383280" y="55595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 ngắn AI, chuyên gia, UGC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897880" y="55595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dẫn AI, thai nhi 3D, UGC, POV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" y="5998464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60167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xác minh thêm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383280" y="6016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Retention, doanh thu thật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897880" y="6016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Retention, doanh thu thật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95360" y="1828800"/>
            <a:ext cx="3044952" cy="4709160"/>
          </a:xfrm>
          <a:prstGeom prst="roundRect">
            <a:avLst>
              <a:gd name="adj" fmla="val 3604"/>
            </a:avLst>
          </a:prstGeom>
          <a:solidFill>
            <a:srgbClr val="EEEBFF"/>
          </a:solidFill>
          <a:ln w="6350">
            <a:solidFill>
              <a:srgbClr val="EEEB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778240" y="1965960"/>
            <a:ext cx="2697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5D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luận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có ngách lớn hơn và install đang tăng; AI Health dùng hằng ngày, kiếm tiền bằng IAP.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Đề xuất: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nghiên cứu sâu Pregnancy trước, theo dõi tiếp AI Health.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Sẽ xem lại nếu dữ liệu retention / doanh thu cho kết quả ngược lại.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188720"/>
            <a:ext cx="3200400" cy="3200400"/>
          </a:xfrm>
          <a:prstGeom prst="ellipse">
            <a:avLst/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0" y="219456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TikTok bấm được ở slide trend · video phát trực tiếp trong slide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&amp; New Trend – 24/09/2026</dc:title>
  <dc:subject>PptxGenJS Presentation</dc:subject>
  <dc:creator>PptxGenJS</dc:creator>
  <cp:lastModifiedBy>PptxGenJS</cp:lastModifiedBy>
  <cp:revision>1</cp:revision>
  <dcterms:created xsi:type="dcterms:W3CDTF">2026-09-25T01:06:35Z</dcterms:created>
  <dcterms:modified xsi:type="dcterms:W3CDTF">2026-09-25T01:06:35Z</dcterms:modified>
</cp:coreProperties>
</file>