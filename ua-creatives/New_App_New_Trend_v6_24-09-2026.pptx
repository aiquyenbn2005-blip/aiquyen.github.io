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hyperlink" Target="https://www.tiktok.com/tag/trainingseason" TargetMode="External"/><Relationship Id="rId3" Type="http://schemas.openxmlformats.org/officeDocument/2006/relationships/hyperlink" Target="https://www.tiktok.com/discover/dua-lipa-training-season-trend" TargetMode="External"/><Relationship Id="rId4" Type="http://schemas.openxmlformats.org/officeDocument/2006/relationships/hyperlink" Target="https://www.tiktok.com/discover/dua-lipa-training-season-manifest-trend" TargetMode="External"/><Relationship Id="rId5" Type="http://schemas.openxmlformats.org/officeDocument/2006/relationships/hyperlink" Target="https://www.tiktok.com/discover/training-season-dua-lipa-dance-tutorial" TargetMode="External"/><Relationship Id="rId6" Type="http://schemas.openxmlformats.org/officeDocument/2006/relationships/hyperlink" Target="https://www.tiktok.com/@mg8114158/video/7630126299859750158" TargetMode="External"/><Relationship Id="rId7" Type="http://schemas.openxmlformats.org/officeDocument/2006/relationships/hyperlink" Target="https://www.tiktok.com/discover/face-swap-filt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video" Target="../media/media-6-4.mp4"/><Relationship Id="rId5" Type="http://schemas.microsoft.com/office/2007/relationships/media" Target="../media/media-6-4.mp4"/><Relationship Id="rId6" Type="http://schemas.openxmlformats.org/officeDocument/2006/relationships/image" Target="../media/image-6-6.png"/><Relationship Id="rId7" Type="http://schemas.openxmlformats.org/officeDocument/2006/relationships/video" Target="../media/media-6-7.mp4"/><Relationship Id="rId8" Type="http://schemas.microsoft.com/office/2007/relationships/media" Target="../media/media-6-7.mp4"/><Relationship Id="rId9" Type="http://schemas.openxmlformats.org/officeDocument/2006/relationships/image" Target="../media/image-6-9.png"/><Relationship Id="rId10" Type="http://schemas.openxmlformats.org/officeDocument/2006/relationships/video" Target="../media/media-6-10.mp4"/><Relationship Id="rId11" Type="http://schemas.microsoft.com/office/2007/relationships/media" Target="../media/media-6-10.mp4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video" Target="../media/media-10-4.mp4"/><Relationship Id="rId5" Type="http://schemas.microsoft.com/office/2007/relationships/media" Target="../media/media-10-4.mp4"/><Relationship Id="rId6" Type="http://schemas.openxmlformats.org/officeDocument/2006/relationships/image" Target="../media/image-10-6.png"/><Relationship Id="rId7" Type="http://schemas.openxmlformats.org/officeDocument/2006/relationships/video" Target="../media/media-10-7.mp4"/><Relationship Id="rId8" Type="http://schemas.microsoft.com/office/2007/relationships/media" Target="../media/media-10-7.mp4"/><Relationship Id="rId9" Type="http://schemas.openxmlformats.org/officeDocument/2006/relationships/image" Target="../media/image-10-9.png"/><Relationship Id="rId10" Type="http://schemas.openxmlformats.org/officeDocument/2006/relationships/video" Target="../media/media-10-10.mp4"/><Relationship Id="rId11" Type="http://schemas.microsoft.com/office/2007/relationships/media" Target="../media/media-10-10.mp4"/><Relationship Id="rId12" Type="http://schemas.openxmlformats.org/officeDocument/2006/relationships/image" Target="../media/image-10-12.png"/><Relationship Id="rId13" Type="http://schemas.openxmlformats.org/officeDocument/2006/relationships/video" Target="../media/media-10-13.mp4"/><Relationship Id="rId14" Type="http://schemas.microsoft.com/office/2007/relationships/media" Target="../media/media-10-13.mp4"/><Relationship Id="rId15" Type="http://schemas.openxmlformats.org/officeDocument/2006/relationships/image" Target="../media/image-10-15.png"/><Relationship Id="rId16" Type="http://schemas.openxmlformats.org/officeDocument/2006/relationships/video" Target="../media/media-10-16.mp4"/><Relationship Id="rId17" Type="http://schemas.microsoft.com/office/2007/relationships/media" Target="../media/media-10-16.mp4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· 24/09/2026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New Trend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 Training Season · Phân tích 2 app mới · Đề xuất lựa chọn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điều cần nhớ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Đọc slide này là nắm được toàn bộ nội dung &amp; đề xuất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 đang hot lại nhờ trend manifest &amp; nhảy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Format: trước → beat drop → phiên bản xịn hơn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nhất với app AI Filter / AI Face Swap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Làm creative face swap theo nhạc này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920240"/>
            <a:ext cx="352044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hằng ngày: huyết áp, đường huyết, nhịp tim, bước chân, nước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trung niên, mở app mỗi ngày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1772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phim ngắn đời thường + demo 3 bước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Ưu tiên 2: sổ tay sức khỏe cả nhà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920240"/>
            <a:ext cx="3520440" cy="685800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Đồng hành thai kỳ: xem bé lớn từng tuần bằng hình 3D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mới mỗi tuần, gắn bó suốt thai kỳ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hook "mình có thai không?" + thai nhi 3D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Ưu tiên 1: nhật ký thai kỳ để chia sẻ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Nhạc nền hot cho video biến hình → hợp nhất với app AI Filter / AI Face Swap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hát sống lại nhờ trend "manifest" và trend nhảy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quay "trước" bình thường → beat drop → phiên bản "xịn" hơn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sẵn vũ đạo dễ bắt chước, nhiều video hướng dẫn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dụng: AI Filter / Face Swap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7249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 vào vũ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selfie → mặt mình trên video nhảy Training Season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1363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theo 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thường → beat drop → AI filter "main character"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2920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510235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nhân vật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Đổi sang nhân vật AI phong cách idol — không dùng mặt người nổi tiếng thật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920240"/>
            <a:ext cx="3090672" cy="4526280"/>
          </a:xfrm>
          <a:prstGeom prst="roundRect">
            <a:avLst>
              <a:gd name="adj" fmla="val 355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260604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26060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Nhạc gốc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13639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313639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trainingsea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#trainingseason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66744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366674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dua-lipa-training-season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Training Season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197096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4197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dua-lipa-training-season-manifest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manifest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4727448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47274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raining-season-dua-lipa-dance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Hướng dẫn nhảy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778240" y="52578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78240" y="52578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g8114158/video/763012629985975015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Mẫu: face swap dance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578815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0" y="5788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face-swap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Face swap filter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hằng ngày trên điện thoại — gom mọi chỉ số vào một nơi, dễ dùng cho cả người lớn tuổi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7370064" cy="3758184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722376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801368"/>
            <a:ext cx="3547872" cy="1737360"/>
          </a:xfrm>
          <a:prstGeom prst="roundRect">
            <a:avLst>
              <a:gd name="adj" fmla="val 6316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18745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là gì?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giúp ghi lại và theo dõi huyết áp, đường huyết, nhịp tim, bước chân và nước uống — xem xu hướng sức khỏe mỗi ngày trên một màn hình.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3675888"/>
            <a:ext cx="3547872" cy="1883664"/>
          </a:xfrm>
          <a:prstGeom prst="roundRect">
            <a:avLst>
              <a:gd name="adj" fmla="val 582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dùng app?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1148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 chú 50+: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huyết áp cao, đo máy mỗi sáng, muốn ghi lại cho bác sĩ xem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con 25–40: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Cài app cho bố mẹ để yên tâm theo dõi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trẻ sống khỏe: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bước chân, nước uống, nhịp tim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 &amp; đường huyết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8892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8036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nhịp tim bằng camera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6948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6092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0976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viết sức khỏe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&amp; cơ hội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theo dõi sức khỏe tại nhà ngày càng lớn — vẫn còn nhiều chỗ để làm tốt hơn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7370064" cy="3348863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7223760" cy="32025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305679"/>
            <a:ext cx="7370064" cy="1232281"/>
          </a:xfrm>
          <a:prstGeom prst="roundRect">
            <a:avLst>
              <a:gd name="adj" fmla="val 890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378831"/>
            <a:ext cx="7040880" cy="108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Bức tranh thị trường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Nhóm app "AI health" đang có nhiều app mới và tăng trưởng nhanh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chính là nhóm trung niên — trung thành, dùng hằng ngày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 hướng: gom nhiều chỉ số vào một app thay vì mỗi app một việc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1801368"/>
            <a:ext cx="3547872" cy="3566160"/>
          </a:xfrm>
          <a:prstGeom prst="roundRect">
            <a:avLst>
              <a:gd name="adj" fmla="val 3093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 làm khác &amp; tốt hơn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75320" y="2432304"/>
            <a:ext cx="347472" cy="34747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88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23591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gửi bác sĩ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PDF gọn đẹp để mang đi khám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75320" y="3163824"/>
            <a:ext cx="347472" cy="34747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88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0906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gia đình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theo dõi chỉ số của bố mẹ từ xa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75320" y="3895344"/>
            <a:ext cx="347472" cy="34747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88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382219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Giao diện chữ lớn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Thiết kế riêng cho người lớn tuổi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75320" y="4626864"/>
            <a:ext cx="347472" cy="34747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88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45537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thông minh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đo, uống nước, uống thuốc đúng giờ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092440" y="5504688"/>
            <a:ext cx="3547872" cy="1033272"/>
          </a:xfrm>
          <a:prstGeom prst="roundRect">
            <a:avLst>
              <a:gd name="adj" fmla="val 1061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5541264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Gói Premium (báo cáo, chế độ gia đình, không quảng cáo) + quảng cáo ở bản miễn phí.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đối thủ đang quảng cáo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video creative thật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15288" y="1828800"/>
            <a:ext cx="1965960" cy="3495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1528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1528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56956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Bảo vệ trường phát hiện bé gái mệt vì hạ đường huyết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56956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Tây Ban Nha</a:t>
            </a:r>
            <a:endParaRPr lang="en-US" sz="9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47008" y="1828800"/>
            <a:ext cx="1965960" cy="3495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4700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4700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90128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Cảnh sát chặn xe — hóa ra tài xế bị hạ đường huyết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90128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 + TBN</a:t>
            </a:r>
            <a:endParaRPr lang="en-US" sz="9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8728" y="1828800"/>
            <a:ext cx="1965960" cy="3495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872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7872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23300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"Bác sĩ": cơm, bánh mì, pizza đều là đường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23300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32s · Tiếng Anh</a:t>
            </a:r>
            <a:endParaRPr lang="en-US" sz="9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610448" y="1828800"/>
            <a:ext cx="1965960" cy="3495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61044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1044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kể chuyện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856472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lớn tuổi kể chuyện sức khỏe rồi demo app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856472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47s · Tiếng Anh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làm phiên bản của mình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app theo dõi sức khỏe gia đình — đơn giản, tin cậy, dễ chia sẻ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"Sổ tay sức khỏe của cả nhà" — bố mẹ ghi chỉ số, con cái cùng theo dõi, bác sĩ xem báo cáo.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huyết, nhịp tim + nhãn ngữ cảnh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 tuần / tháng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hằng ngày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chữ lớn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với người thân (family mode)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PDF cho bác sĩ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tóm tắt sức khỏe mỗi tuần bằng lời dễ hiểu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Nói rõ: app để ghi lại &amp; theo dõi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926080"/>
            <a:ext cx="3557016" cy="3566160"/>
          </a:xfrm>
          <a:prstGeom prst="roundRect">
            <a:avLst>
              <a:gd name="adj" fmla="val 3085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sức khỏe theo nhạc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279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gia đình: con cài app cho bố mẹ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 từ format phim ngắn AI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5010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 mẹo ăn uống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Talking-head ngắn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742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bước: mở app – ghi – xem xu hướng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recording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bạn đồng hành suốt thai kỳ — cho mẹ thấy bé lớn lên từng tuần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7370064" cy="3758184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722376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801368"/>
            <a:ext cx="3547872" cy="1737360"/>
          </a:xfrm>
          <a:prstGeom prst="roundRect">
            <a:avLst>
              <a:gd name="adj" fmla="val 6316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18745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là gì?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theo dõi thai kỳ theo tuần: xem bé phát triển bằng hình 2D/3D, đếm cử động thai, chuẩn bị đồ sơ sinh và chọn tên cho bé.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3675888"/>
            <a:ext cx="3547872" cy="1883664"/>
          </a:xfrm>
          <a:prstGeom prst="roundRect">
            <a:avLst>
              <a:gd name="adj" fmla="val 582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dùng app?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1148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lần đầu 22–32: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điện thoại nhiều, hay xem TikTok / Reels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 &amp; người thân: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Muốn đồng hành, theo dõi cùng mẹ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Phụ nữ đang mong con: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Tìm hiểu dấu hiệu có thai sớm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theo tuần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8892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8036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bé 2D / 3D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cử động thai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6948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6092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09760" y="6016752"/>
            <a:ext cx="2103120" cy="530352"/>
          </a:xfrm>
          <a:prstGeom prst="roundRect">
            <a:avLst>
              <a:gd name="adj" fmla="val 2069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0" y="6016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cho bé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&amp; cơ hội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ổn định toàn cầu, người dùng mới liên tục — app mới vẫn có chỗ đứng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7370064" cy="3473036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7223760" cy="33267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429852"/>
            <a:ext cx="7370064" cy="1108108"/>
          </a:xfrm>
          <a:prstGeom prst="roundRect">
            <a:avLst>
              <a:gd name="adj" fmla="val 990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503004"/>
            <a:ext cx="7040880" cy="961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Bức tranh thị trường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lớn và đều đặn: luôn có mẹ bầu mới mỗi ngày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mới ra mắt gần đây vẫn tăng trưởng tốt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sẵn lòng dùng nhiều tháng liên tục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1801368"/>
            <a:ext cx="3547872" cy="3566160"/>
          </a:xfrm>
          <a:prstGeom prst="roundRect">
            <a:avLst>
              <a:gd name="adj" fmla="val 3093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 làm khác &amp; tốt hơn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75320" y="2432304"/>
            <a:ext cx="347472" cy="347472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88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23591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đẹp đăng Facebook / TikTok mỗi tuần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75320" y="3163824"/>
            <a:ext cx="347472" cy="347472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88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0906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ảnh bump theo tuần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75320" y="3895344"/>
            <a:ext cx="347472" cy="347472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88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382219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Đồng hành cho bố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&amp; nhắc nhở riêng cho bố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75320" y="4626864"/>
            <a:ext cx="347472" cy="347472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88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45537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 nhanh câu hỏi thai kỳ thường gặp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092440" y="5504688"/>
            <a:ext cx="3547872" cy="1033272"/>
          </a:xfrm>
          <a:prstGeom prst="roundRect">
            <a:avLst>
              <a:gd name="adj" fmla="val 1061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5541264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là nguồn chính (người dùng mở app thường xuyên) + gói Premium: hình 3D chất lượng cao, không quảng cáo.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đối thủ đang quảng cáo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video creative thật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2872" y="1828800"/>
            <a:ext cx="1673352" cy="29748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287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287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Dấu hiệu có thai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2715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"Dấu hiệu có thai tuần 1" + thai nhi 3D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2715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40s · Tiếng Anh</a:t>
            </a:r>
            <a:endParaRPr lang="en-US" sz="9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447392" y="1828800"/>
            <a:ext cx="1673352" cy="2974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4739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4739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240167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áp điện thoại lên bụng nghe bé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40167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15s · UGC</a:t>
            </a:r>
            <a:endParaRPr lang="en-US" sz="9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21912" y="1828800"/>
            <a:ext cx="1673352" cy="29748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2191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2191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cảm xúc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427619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khóc: "chờ quá lâu là thế này"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27619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Tiếng Anh</a:t>
            </a:r>
            <a:endParaRPr lang="en-US" sz="9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96432" y="1828800"/>
            <a:ext cx="1673352" cy="297484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9643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19643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que thử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615071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"10 DPO – vạch mờ hay bóng?"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15071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19s · Tiếng Anh</a:t>
            </a:r>
            <a:endParaRPr lang="en-US" sz="95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70952" y="1828800"/>
            <a:ext cx="1673352" cy="297484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07095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7095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802523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Phôi thai phát triển + xem bé 3D trong app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802523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33s · Tây Ban Nha</a:t>
            </a:r>
            <a:endParaRPr lang="en-US" sz="950" dirty="0"/>
          </a:p>
        </p:txBody>
      </p:sp>
      <p:pic>
        <p:nvPicPr>
          <p:cNvPr id="18" name="Media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945472" y="1828800"/>
            <a:ext cx="1673352" cy="2974848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94547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94547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989975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"Có tin vui chưa?" + song sinh 3D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989975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50s · Tiếng Anh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làm phiên bản của mình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app thai kỳ đẹp, giàu cảm xúc và dễ chia sẻ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"Nhật ký thai kỳ đẹp nhất để chia sẻ" — mỗi tuần một khoảnh khắc đáng nhớ cho cả gia đình.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thai + hình bé + so sánh trái cây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 &amp; đếm cơn gò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bé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 tự tạo timeline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cho bố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 về thai kỳ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bản địa nhiều ngôn ngữ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926080"/>
            <a:ext cx="3557016" cy="3566160"/>
          </a:xfrm>
          <a:prstGeom prst="roundRect">
            <a:avLst>
              <a:gd name="adj" fmla="val 308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bụng bầu: tuần 8 → beat drop → tuần 36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279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bump theo tuần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 thật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5010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"Bé tuần này to bằng quả gì?"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 gây tò mò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742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 bố khi xem bé 3D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Khoảnh khắc cảm xúc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&amp; ĐỀ XUẤT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Nên chọn app nào?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 định tính của team — cả 2 đều khả thi, đề xuất thứ tự ưu tiên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4617720"/>
          </a:xfrm>
          <a:prstGeom prst="roundRect">
            <a:avLst>
              <a:gd name="adj" fmla="val 23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người dùng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05072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59689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054096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 suất mở app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1104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33872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1968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255264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3712464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3785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Dễ làm MVP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005072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1104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7136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913632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33872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9904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5936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3913632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4370832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4443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dễ viral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005072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61104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7136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4572000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4572000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33872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9904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45936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01968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" y="5029200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7240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trend Training Season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005072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61104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17136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73168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5230368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33872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89904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45936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01968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687568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77240" y="5760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Tiềm năng kiếm tiền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005072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61104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17136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73168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0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33872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9904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45936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01968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26680" y="1874520"/>
            <a:ext cx="3913632" cy="2377440"/>
          </a:xfrm>
          <a:prstGeom prst="roundRect">
            <a:avLst>
              <a:gd name="adj" fmla="val 461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5528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TIÊN 1</a:t>
            </a:r>
            <a:endParaRPr lang="en-US" sz="1150" dirty="0"/>
          </a:p>
        </p:txBody>
      </p:sp>
      <p:sp>
        <p:nvSpPr>
          <p:cNvPr id="84" name="Text 82"/>
          <p:cNvSpPr txBox="1"/>
          <p:nvPr/>
        </p:nvSpPr>
        <p:spPr>
          <a:xfrm>
            <a:off x="7955280" y="2304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700" dirty="0"/>
          </a:p>
        </p:txBody>
      </p:sp>
      <p:sp>
        <p:nvSpPr>
          <p:cNvPr id="85" name="Text 83"/>
          <p:cNvSpPr txBox="1"/>
          <p:nvPr/>
        </p:nvSpPr>
        <p:spPr>
          <a:xfrm>
            <a:off x="7955280" y="27432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cảm xúc, creative dễ viral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Rất hợp trend Training Season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gắn bó suốt thai kỳ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7726680" y="4434840"/>
            <a:ext cx="3913632" cy="2057400"/>
          </a:xfrm>
          <a:prstGeom prst="roundRect">
            <a:avLst>
              <a:gd name="adj" fmla="val 5333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955280" y="4572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TIÊN 2</a:t>
            </a:r>
            <a:endParaRPr lang="en-US" sz="1150" dirty="0"/>
          </a:p>
        </p:txBody>
      </p:sp>
      <p:sp>
        <p:nvSpPr>
          <p:cNvPr id="88" name="Text 86"/>
          <p:cNvSpPr txBox="1"/>
          <p:nvPr/>
        </p:nvSpPr>
        <p:spPr>
          <a:xfrm>
            <a:off x="7955280" y="4864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700" dirty="0"/>
          </a:p>
        </p:txBody>
      </p:sp>
      <p:sp>
        <p:nvSpPr>
          <p:cNvPr id="89" name="Text 87"/>
          <p:cNvSpPr txBox="1"/>
          <p:nvPr/>
        </p:nvSpPr>
        <p:spPr>
          <a:xfrm>
            <a:off x="7955280" y="5303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mỗi ngày, thói quen bền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mô hình gói Premium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188720"/>
            <a:ext cx="3200400" cy="320040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9456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 bấm được ở slide trend · video phát trực tiếp trong slide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2026-09-24T16:21:05Z</dcterms:created>
  <dcterms:modified xsi:type="dcterms:W3CDTF">2026-09-24T16:21:05Z</dcterms:modified>
</cp:coreProperties>
</file>